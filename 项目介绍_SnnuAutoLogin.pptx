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大家好，今天用几分钟介绍一个我自己写的小工具。一句话：插上网线就不用管了。它叫 SnnuAutoLogin，是一个陕师大校园网自动认证的托盘小程序，Windows 十和十一都能跑，单个文件免安装，不需要管理员权限，密码加密存在你自己的电脑上。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说为什么写它。开机第一件事，弹认证页输学号密码；挂机久了图标变地球，明明连着网网页就是打不开；换个设备登录、会话过期，又被踢下来重来一遍。右边这四条，相信每个人都遇到过。收藏夹里躺着的那个 IP 地址，就是你被校园网驯化的证据。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这个工具替你做四件事。第一，开机自启，登录 Windows 之后几秒内自动完成认证，一次点击都不需要。第二，掉线重连，它每六十秒心跳巡检一次，被踢下线自动重新登录，基本无感。第三，专治假在线——就是刚才说的地球图标问题，它检测到门户说谎就会自动下线重登，一般四到六分钟恢复，挂机党最需要这个。第四，在家庭 WiFi 和手机热点上它会自动休眠，不乱发请求，回到校园网自动唤醒。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怎么装？三步。第一步，去 GitHub 的 Release 页下载 exe，放进一个固定目录，以后别挪它。第二步，双击运行，填一次学号、密码，选你办的运营商，保存就自动检测。第三步，看到托盘图标变绿，就在线了。开机自启默认开启，从这之后你可以彻底忘掉它。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它怎么学会登录的？其实不神秘。第一步抓包分析门户的登录页，看清表单要交什么字段。第二步整理成接口文档，发现它是 GB2312 编码、密码根本没有前端加密。第三步用程序照着浏览器的表单，原样再提交一遍，五秒超时、不走代理。关键发现是整个登录表单只有三个字段：账号、密码、运营商选项——照着抄作业就行。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程序内部是一台小状态机，四个状态：离线、检测中、认证中、在线，对应托盘的灰、蓝、黄、绿四个颜色。上面三个触发源——网络事件两秒去抖、六十秒心跳、退避重试——全部汇入同一条串行队列，所以它绝不会并发登录、不会重复提交。被踢下线或者网络断开，虚线这条回路会发现并自动重登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重点讲讲假在线，这是最烦人的问题。现象是：门户状态页显示已在线，但 Windows 说没有 Internet——两个信源矛盾，说明门户在说谎，实际上是运营商出口的会话被挂起了。软件每两分钟用两条通道探测一次外网，连续两次发现矛盾就判定假在线，然后下线旧会话、重新登录，重建出口隧道，大约四到六分钟恢复。有个护栏：三十分钟内最多自愈三次，防止死循环刷屏；还不行就提醒你去查套餐或者联系网络中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最后说安全。密码用 Windows 自带的 DPAPI 加密存在本机，只有你这个系统账户能解密，配置文件里没有明文。免管理员权限，单文件，不联网上报任何东西。日志永远不记密码，账号也打码，出问题把日志发给开发者也不怕。仓库地址在右下角这个绿色卡片，GitHub 搜 snnu-autologin 就能找到，Release 页直接下载。一句话收尾：装完就可以忘掉它。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nnu_autologin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nnu_autologin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04170a8b36e6976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c93639c4ee9c82e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4f95291568a0011.png"/>
  <Relationship Id="rId3" Type="http://schemas.openxmlformats.org/officeDocument/2006/relationships/hyperlink" Target="https://github.com/Solitudesundae/snnu-autologin" TargetMode="External"/>
  <Relationship Id="rId4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bg"/>
          <p:cNvPicPr>
            <a:picLocks noChangeAspect="1"/>
          </p:cNvPicPr>
          <p:nvPr/>
        </p:nvPicPr>
        <p:blipFill>
          <a:blip r:embed="rId2"/>
          <a:srcRect l="62" t="0" r="63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cover-kicker"/>
          <p:cNvGrpSpPr/>
          <p:nvPr/>
        </p:nvGrpSpPr>
        <p:grpSpPr>
          <a:xfrm>
            <a:off x="685800" y="1219200"/>
            <a:ext cx="3695700" cy="419100"/>
            <a:chOff x="685800" y="1219200"/>
            <a:chExt cx="3695700" cy="419100"/>
          </a:xfrm>
        </p:grpSpPr>
        <p:sp>
          <p:nvSpPr>
            <p:cNvPr id="3" name="Rectangle 3"/>
            <p:cNvSpPr/>
            <p:nvPr/>
          </p:nvSpPr>
          <p:spPr>
            <a:xfrm>
              <a:off x="685800" y="1219200"/>
              <a:ext cx="36957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7061" y="1349692"/>
              <a:ext cx="33131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陕师大校园网自动认证 · SnnuAutoLogin</a:t>
              </a: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666750" y="2042160"/>
            <a:ext cx="2865120" cy="1543050"/>
            <a:chOff x="666750" y="2042160"/>
            <a:chExt cx="2865120" cy="1543050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204216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插上网线，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76606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就不用管了</a:t>
              </a:r>
            </a:p>
          </p:txBody>
        </p:sp>
      </p:grpSp>
      <p:grpSp>
        <p:nvGrpSpPr>
          <p:cNvPr id="10" name="cover-subtitle"/>
          <p:cNvGrpSpPr/>
          <p:nvPr/>
        </p:nvGrpSpPr>
        <p:grpSpPr>
          <a:xfrm>
            <a:off x="676656" y="3958590"/>
            <a:ext cx="3024378" cy="733044"/>
            <a:chOff x="676656" y="3958590"/>
            <a:chExt cx="3024378" cy="733044"/>
          </a:xfrm>
        </p:grpSpPr>
        <p:sp>
          <p:nvSpPr>
            <p:cNvPr id="9" name="TextBox 9"/>
            <p:cNvSpPr txBox="1"/>
            <p:nvPr/>
          </p:nvSpPr>
          <p:spPr>
            <a:xfrm>
              <a:off x="676656" y="3958590"/>
              <a:ext cx="302437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开机自检登录 · 掉线自动重连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假在线自愈 · 外网自动休眠</a:t>
              </a:r>
            </a:p>
          </p:txBody>
        </p:sp>
      </p:grpSp>
      <p:grpSp>
        <p:nvGrpSpPr>
          <p:cNvPr id="12" name="cover-footnote"/>
          <p:cNvGrpSpPr/>
          <p:nvPr/>
        </p:nvGrpSpPr>
        <p:grpSpPr>
          <a:xfrm>
            <a:off x="679704" y="6137910"/>
            <a:ext cx="4465364" cy="234696"/>
            <a:chOff x="679704" y="6137910"/>
            <a:chExt cx="4465364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6137910"/>
              <a:ext cx="4465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Windows 10/11 · 单文件免安装 · 免管理员 · 密码加密存本机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85800" y="669608"/>
            <a:ext cx="4099179" cy="858393"/>
            <a:chOff x="685800" y="669608"/>
            <a:chExt cx="4099179" cy="858393"/>
          </a:xfrm>
        </p:grpSpPr>
        <p:sp>
          <p:nvSpPr>
            <p:cNvPr id="2" name="Rectangle 2"/>
            <p:cNvSpPr/>
            <p:nvPr/>
          </p:nvSpPr>
          <p:spPr>
            <a:xfrm>
              <a:off x="685800" y="6858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6498" y="66960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每天都在重复的麻烦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5642" y="1263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每个陕师大上网的人都懂的时刻</a:t>
              </a:r>
            </a:p>
          </p:txBody>
        </p:sp>
      </p:grpSp>
      <p:grpSp>
        <p:nvGrpSpPr>
          <p:cNvPr id="9" name="pain-image"/>
          <p:cNvGrpSpPr/>
          <p:nvPr/>
        </p:nvGrpSpPr>
        <p:grpSpPr>
          <a:xfrm>
            <a:off x="685800" y="1828800"/>
            <a:ext cx="4191000" cy="4181856"/>
            <a:chOff x="685800" y="1828800"/>
            <a:chExt cx="4191000" cy="4181856"/>
          </a:xfrm>
        </p:grpSpPr>
        <p:sp>
          <p:nvSpPr>
            <p:cNvPr id="6" name="Rectangle 6"/>
            <p:cNvSpPr/>
            <p:nvPr/>
          </p:nvSpPr>
          <p:spPr>
            <a:xfrm>
              <a:off x="685800" y="1828800"/>
              <a:ext cx="4191000" cy="3810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828800"/>
              <a:ext cx="4191000" cy="3810000"/>
            </a:xfrm>
            <a:prstGeom prst="roundRect">
              <a:avLst>
                <a:gd name="adj" fmla="val 4000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886712" y="57759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深夜、认证页、地球图标</a:t>
              </a:r>
            </a:p>
          </p:txBody>
        </p:sp>
      </p:grpSp>
      <p:grpSp>
        <p:nvGrpSpPr>
          <p:cNvPr id="14" name="pain-row-1"/>
          <p:cNvGrpSpPr/>
          <p:nvPr/>
        </p:nvGrpSpPr>
        <p:grpSpPr>
          <a:xfrm>
            <a:off x="5410200" y="1828800"/>
            <a:ext cx="6096000" cy="876300"/>
            <a:chOff x="5410200" y="1828800"/>
            <a:chExt cx="6096000" cy="876300"/>
          </a:xfrm>
        </p:grpSpPr>
        <p:sp>
          <p:nvSpPr>
            <p:cNvPr id="10" name="Rectangle 10"/>
            <p:cNvSpPr/>
            <p:nvPr/>
          </p:nvSpPr>
          <p:spPr>
            <a:xfrm>
              <a:off x="5410200" y="1828800"/>
              <a:ext cx="60960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746750" y="2101089"/>
              <a:ext cx="333852" cy="334399"/>
            </a:xfrm>
            <a:custGeom>
              <a:avLst/>
              <a:gdLst/>
              <a:ahLst/>
              <a:cxnLst/>
              <a:rect l="l" t="t" r="r" b="b"/>
              <a:pathLst>
                <a:path w="333852" h="334399">
                  <a:moveTo>
                    <a:pt x="238125" y="28384"/>
                  </a:moveTo>
                  <a:cubicBezTo>
                    <a:pt x="304283" y="66582"/>
                    <a:pt x="333852" y="146484"/>
                    <a:pt x="308499" y="218548"/>
                  </a:cubicBezTo>
                  <a:cubicBezTo>
                    <a:pt x="283147" y="290612"/>
                    <a:pt x="210062" y="334399"/>
                    <a:pt x="134561" y="322760"/>
                  </a:cubicBezTo>
                  <a:cubicBezTo>
                    <a:pt x="59059" y="311122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9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158750" y="70611"/>
                  </a:moveTo>
                  <a:cubicBezTo>
                    <a:pt x="150702" y="70612"/>
                    <a:pt x="143928" y="76636"/>
                    <a:pt x="142986" y="84629"/>
                  </a:cubicBezTo>
                  <a:lnTo>
                    <a:pt x="142875" y="86486"/>
                  </a:lnTo>
                  <a:lnTo>
                    <a:pt x="142875" y="165861"/>
                  </a:lnTo>
                  <a:lnTo>
                    <a:pt x="143018" y="167941"/>
                  </a:lnTo>
                  <a:cubicBezTo>
                    <a:pt x="143380" y="170695"/>
                    <a:pt x="144458" y="173306"/>
                    <a:pt x="146146" y="175513"/>
                  </a:cubicBezTo>
                  <a:lnTo>
                    <a:pt x="147527" y="177101"/>
                  </a:lnTo>
                  <a:lnTo>
                    <a:pt x="195152" y="224726"/>
                  </a:lnTo>
                  <a:lnTo>
                    <a:pt x="196644" y="226028"/>
                  </a:lnTo>
                  <a:cubicBezTo>
                    <a:pt x="202371" y="230471"/>
                    <a:pt x="210380" y="230471"/>
                    <a:pt x="216107" y="226028"/>
                  </a:cubicBezTo>
                  <a:lnTo>
                    <a:pt x="217599" y="224710"/>
                  </a:lnTo>
                  <a:lnTo>
                    <a:pt x="218917" y="223218"/>
                  </a:lnTo>
                  <a:cubicBezTo>
                    <a:pt x="223360" y="217491"/>
                    <a:pt x="223360" y="209482"/>
                    <a:pt x="218917" y="203755"/>
                  </a:cubicBezTo>
                  <a:lnTo>
                    <a:pt x="217599" y="202263"/>
                  </a:lnTo>
                  <a:lnTo>
                    <a:pt x="174625" y="159273"/>
                  </a:lnTo>
                  <a:lnTo>
                    <a:pt x="174625" y="86486"/>
                  </a:lnTo>
                  <a:lnTo>
                    <a:pt x="174514" y="84629"/>
                  </a:lnTo>
                  <a:cubicBezTo>
                    <a:pt x="173573" y="76636"/>
                    <a:pt x="166799" y="70612"/>
                    <a:pt x="158750" y="706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15456" y="2015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开机必弹认证页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17742" y="23879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输一遍学号密码，才能开始干活</a:t>
              </a:r>
            </a:p>
          </p:txBody>
        </p:sp>
      </p:grpSp>
      <p:grpSp>
        <p:nvGrpSpPr>
          <p:cNvPr id="28" name="pain-row-2"/>
          <p:cNvGrpSpPr/>
          <p:nvPr/>
        </p:nvGrpSpPr>
        <p:grpSpPr>
          <a:xfrm>
            <a:off x="5410200" y="2857500"/>
            <a:ext cx="6096000" cy="876300"/>
            <a:chOff x="5410200" y="2857500"/>
            <a:chExt cx="6096000" cy="876300"/>
          </a:xfrm>
        </p:grpSpPr>
        <p:sp>
          <p:nvSpPr>
            <p:cNvPr id="15" name="Rectangle 15"/>
            <p:cNvSpPr/>
            <p:nvPr/>
          </p:nvSpPr>
          <p:spPr>
            <a:xfrm>
              <a:off x="5410200" y="2857500"/>
              <a:ext cx="60960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745659" y="3137313"/>
              <a:ext cx="319661" cy="316660"/>
              <a:chOff x="5745659" y="3137313"/>
              <a:chExt cx="319661" cy="3166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5917105" y="3359151"/>
                <a:ext cx="133890" cy="94822"/>
              </a:xfrm>
              <a:custGeom>
                <a:avLst/>
                <a:gdLst/>
                <a:ahLst/>
                <a:cxnLst/>
                <a:rect l="l" t="t" r="r" b="b"/>
                <a:pathLst>
                  <a:path w="133890" h="94822">
                    <a:moveTo>
                      <a:pt x="133890" y="0"/>
                    </a:moveTo>
                    <a:cubicBezTo>
                      <a:pt x="110318" y="54007"/>
                      <a:pt x="58770" y="90514"/>
                      <a:pt x="0" y="94822"/>
                    </a:cubicBezTo>
                    <a:cubicBezTo>
                      <a:pt x="4065" y="93853"/>
                      <a:pt x="7585" y="91320"/>
                      <a:pt x="9795" y="87773"/>
                    </a:cubicBezTo>
                    <a:cubicBezTo>
                      <a:pt x="26668" y="60743"/>
                      <a:pt x="38902" y="31082"/>
                      <a:pt x="45990" y="1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760006" y="3359151"/>
                <a:ext cx="133874" cy="94822"/>
              </a:xfrm>
              <a:custGeom>
                <a:avLst/>
                <a:gdLst/>
                <a:ahLst/>
                <a:cxnLst/>
                <a:rect l="l" t="t" r="r" b="b"/>
                <a:pathLst>
                  <a:path w="133874" h="94822">
                    <a:moveTo>
                      <a:pt x="87900" y="0"/>
                    </a:moveTo>
                    <a:cubicBezTo>
                      <a:pt x="94984" y="31077"/>
                      <a:pt x="107218" y="60749"/>
                      <a:pt x="124095" y="87789"/>
                    </a:cubicBezTo>
                    <a:cubicBezTo>
                      <a:pt x="126304" y="91327"/>
                      <a:pt x="129817" y="93853"/>
                      <a:pt x="133874" y="94822"/>
                    </a:cubicBezTo>
                    <a:cubicBezTo>
                      <a:pt x="75110" y="90508"/>
                      <a:pt x="23570" y="54002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880577" y="3359151"/>
                <a:ext cx="49848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59">
                    <a:moveTo>
                      <a:pt x="49848" y="0"/>
                    </a:moveTo>
                    <a:cubicBezTo>
                      <a:pt x="44278" y="21556"/>
                      <a:pt x="35898" y="42287"/>
                      <a:pt x="24924" y="61659"/>
                    </a:cubicBezTo>
                    <a:cubicBezTo>
                      <a:pt x="13949" y="42287"/>
                      <a:pt x="5570" y="21556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745659" y="3263900"/>
                <a:ext cx="9688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81" h="63500">
                    <a:moveTo>
                      <a:pt x="96881" y="0"/>
                    </a:moveTo>
                    <a:cubicBezTo>
                      <a:pt x="94522" y="21101"/>
                      <a:pt x="94522" y="42399"/>
                      <a:pt x="96881" y="63500"/>
                    </a:cubicBezTo>
                    <a:lnTo>
                      <a:pt x="4298" y="63500"/>
                    </a:lnTo>
                    <a:cubicBezTo>
                      <a:pt x="11" y="42552"/>
                      <a:pt x="0" y="20953"/>
                      <a:pt x="42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871856" y="3263900"/>
                <a:ext cx="6728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7289" h="63500">
                    <a:moveTo>
                      <a:pt x="64632" y="0"/>
                    </a:moveTo>
                    <a:cubicBezTo>
                      <a:pt x="67289" y="21083"/>
                      <a:pt x="67289" y="42417"/>
                      <a:pt x="64632" y="63500"/>
                    </a:cubicBezTo>
                    <a:lnTo>
                      <a:pt x="2656" y="63500"/>
                    </a:lnTo>
                    <a:cubicBezTo>
                      <a:pt x="0" y="42417"/>
                      <a:pt x="0" y="21083"/>
                      <a:pt x="26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968461" y="3263900"/>
                <a:ext cx="9685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59" h="63500">
                    <a:moveTo>
                      <a:pt x="92615" y="0"/>
                    </a:moveTo>
                    <a:cubicBezTo>
                      <a:pt x="96859" y="20955"/>
                      <a:pt x="96848" y="42549"/>
                      <a:pt x="92583" y="63500"/>
                    </a:cubicBezTo>
                    <a:lnTo>
                      <a:pt x="0" y="63500"/>
                    </a:lnTo>
                    <a:cubicBezTo>
                      <a:pt x="2365" y="42402"/>
                      <a:pt x="2365" y="21114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59958" y="3137329"/>
                <a:ext cx="133906" cy="94822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22">
                    <a:moveTo>
                      <a:pt x="133906" y="0"/>
                    </a:moveTo>
                    <a:cubicBezTo>
                      <a:pt x="129852" y="976"/>
                      <a:pt x="126345" y="3508"/>
                      <a:pt x="124143" y="7049"/>
                    </a:cubicBezTo>
                    <a:cubicBezTo>
                      <a:pt x="107268" y="34083"/>
                      <a:pt x="95034" y="63750"/>
                      <a:pt x="87948" y="94822"/>
                    </a:cubicBezTo>
                    <a:lnTo>
                      <a:pt x="0" y="94822"/>
                    </a:lnTo>
                    <a:cubicBezTo>
                      <a:pt x="23363" y="41350"/>
                      <a:pt x="74154" y="4984"/>
                      <a:pt x="132303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880577" y="3170492"/>
                <a:ext cx="49848" cy="61674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74">
                    <a:moveTo>
                      <a:pt x="24924" y="0"/>
                    </a:moveTo>
                    <a:cubicBezTo>
                      <a:pt x="35899" y="19377"/>
                      <a:pt x="44279" y="40113"/>
                      <a:pt x="49848" y="61674"/>
                    </a:cubicBezTo>
                    <a:lnTo>
                      <a:pt x="0" y="61674"/>
                    </a:lnTo>
                    <a:cubicBezTo>
                      <a:pt x="5398" y="40767"/>
                      <a:pt x="13494" y="20399"/>
                      <a:pt x="24289" y="108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917137" y="3137313"/>
                <a:ext cx="133906" cy="94837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37">
                    <a:moveTo>
                      <a:pt x="0" y="0"/>
                    </a:moveTo>
                    <a:cubicBezTo>
                      <a:pt x="58767" y="4340"/>
                      <a:pt x="110307" y="40843"/>
                      <a:pt x="133906" y="94837"/>
                    </a:cubicBezTo>
                    <a:lnTo>
                      <a:pt x="45958" y="94837"/>
                    </a:lnTo>
                    <a:cubicBezTo>
                      <a:pt x="38874" y="63761"/>
                      <a:pt x="26640" y="34088"/>
                      <a:pt x="9763" y="7049"/>
                    </a:cubicBezTo>
                    <a:cubicBezTo>
                      <a:pt x="7853" y="3989"/>
                      <a:pt x="4959" y="1671"/>
                      <a:pt x="1556" y="4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315456" y="3044190"/>
              <a:ext cx="1994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挂机久了变"地球"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17742" y="34166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网卡连着、门户说在线，网页就是打不开</a:t>
              </a:r>
            </a:p>
          </p:txBody>
        </p:sp>
      </p:grpSp>
      <p:grpSp>
        <p:nvGrpSpPr>
          <p:cNvPr id="33" name="pain-row-3"/>
          <p:cNvGrpSpPr/>
          <p:nvPr/>
        </p:nvGrpSpPr>
        <p:grpSpPr>
          <a:xfrm>
            <a:off x="5410200" y="3886200"/>
            <a:ext cx="6096000" cy="876300"/>
            <a:chOff x="5410200" y="3886200"/>
            <a:chExt cx="6096000" cy="876300"/>
          </a:xfrm>
        </p:grpSpPr>
        <p:sp>
          <p:nvSpPr>
            <p:cNvPr id="29" name="Rectangle 29"/>
            <p:cNvSpPr/>
            <p:nvPr/>
          </p:nvSpPr>
          <p:spPr>
            <a:xfrm>
              <a:off x="5410200" y="3886200"/>
              <a:ext cx="60960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746750" y="4165600"/>
              <a:ext cx="317569" cy="319010"/>
            </a:xfrm>
            <a:custGeom>
              <a:avLst/>
              <a:gdLst/>
              <a:ahLst/>
              <a:cxnLst/>
              <a:rect l="l" t="t" r="r" b="b"/>
              <a:pathLst>
                <a:path w="317569" h="319010">
                  <a:moveTo>
                    <a:pt x="158750" y="0"/>
                  </a:moveTo>
                  <a:cubicBezTo>
                    <a:pt x="246428" y="0"/>
                    <a:pt x="317501" y="71073"/>
                    <a:pt x="317501" y="158750"/>
                  </a:cubicBezTo>
                  <a:cubicBezTo>
                    <a:pt x="317569" y="245472"/>
                    <a:pt x="248032" y="316200"/>
                    <a:pt x="161322" y="317605"/>
                  </a:cubicBezTo>
                  <a:cubicBezTo>
                    <a:pt x="74612" y="319010"/>
                    <a:pt x="2821" y="250572"/>
                    <a:pt x="79" y="163894"/>
                  </a:cubicBezTo>
                  <a:lnTo>
                    <a:pt x="0" y="158750"/>
                  </a:lnTo>
                  <a:lnTo>
                    <a:pt x="64" y="154305"/>
                  </a:lnTo>
                  <a:cubicBezTo>
                    <a:pt x="2413" y="68691"/>
                    <a:pt x="72549" y="0"/>
                    <a:pt x="158750" y="0"/>
                  </a:cubicBezTo>
                  <a:close/>
                  <a:moveTo>
                    <a:pt x="158909" y="206375"/>
                  </a:moveTo>
                  <a:lnTo>
                    <a:pt x="156893" y="206487"/>
                  </a:lnTo>
                  <a:cubicBezTo>
                    <a:pt x="148907" y="207436"/>
                    <a:pt x="142893" y="214208"/>
                    <a:pt x="142893" y="222250"/>
                  </a:cubicBezTo>
                  <a:cubicBezTo>
                    <a:pt x="142893" y="230293"/>
                    <a:pt x="148907" y="237064"/>
                    <a:pt x="156893" y="238014"/>
                  </a:cubicBezTo>
                  <a:lnTo>
                    <a:pt x="158750" y="238125"/>
                  </a:lnTo>
                  <a:lnTo>
                    <a:pt x="160766" y="238014"/>
                  </a:lnTo>
                  <a:cubicBezTo>
                    <a:pt x="168752" y="237064"/>
                    <a:pt x="174766" y="230293"/>
                    <a:pt x="174766" y="222250"/>
                  </a:cubicBezTo>
                  <a:cubicBezTo>
                    <a:pt x="174766" y="214208"/>
                    <a:pt x="168752" y="207436"/>
                    <a:pt x="160766" y="206487"/>
                  </a:cubicBezTo>
                  <a:lnTo>
                    <a:pt x="158909" y="206375"/>
                  </a:lnTo>
                  <a:close/>
                  <a:moveTo>
                    <a:pt x="158750" y="79375"/>
                  </a:moveTo>
                  <a:cubicBezTo>
                    <a:pt x="150702" y="79376"/>
                    <a:pt x="143928" y="85400"/>
                    <a:pt x="142986" y="93393"/>
                  </a:cubicBezTo>
                  <a:lnTo>
                    <a:pt x="142875" y="95250"/>
                  </a:lnTo>
                  <a:lnTo>
                    <a:pt x="142875" y="158750"/>
                  </a:lnTo>
                  <a:lnTo>
                    <a:pt x="142986" y="160608"/>
                  </a:lnTo>
                  <a:cubicBezTo>
                    <a:pt x="143936" y="168594"/>
                    <a:pt x="150708" y="174608"/>
                    <a:pt x="158750" y="174608"/>
                  </a:cubicBezTo>
                  <a:cubicBezTo>
                    <a:pt x="166793" y="174608"/>
                    <a:pt x="173564" y="168594"/>
                    <a:pt x="174514" y="160608"/>
                  </a:cubicBezTo>
                  <a:lnTo>
                    <a:pt x="174625" y="158750"/>
                  </a:lnTo>
                  <a:lnTo>
                    <a:pt x="174625" y="95250"/>
                  </a:lnTo>
                  <a:lnTo>
                    <a:pt x="174514" y="93393"/>
                  </a:lnTo>
                  <a:cubicBezTo>
                    <a:pt x="173573" y="85400"/>
                    <a:pt x="166799" y="79376"/>
                    <a:pt x="158750" y="793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15456" y="40728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换设备就被踢下线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17742" y="44453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会话过期、换个地方登录，又要重来一次</a:t>
              </a:r>
            </a:p>
          </p:txBody>
        </p:sp>
      </p:grpSp>
      <p:grpSp>
        <p:nvGrpSpPr>
          <p:cNvPr id="38" name="pain-row-4"/>
          <p:cNvGrpSpPr/>
          <p:nvPr/>
        </p:nvGrpSpPr>
        <p:grpSpPr>
          <a:xfrm>
            <a:off x="5410200" y="4914900"/>
            <a:ext cx="6096000" cy="876300"/>
            <a:chOff x="5410200" y="4914900"/>
            <a:chExt cx="6096000" cy="876300"/>
          </a:xfrm>
        </p:grpSpPr>
        <p:sp>
          <p:nvSpPr>
            <p:cNvPr id="34" name="Rectangle 34"/>
            <p:cNvSpPr/>
            <p:nvPr/>
          </p:nvSpPr>
          <p:spPr>
            <a:xfrm>
              <a:off x="5410200" y="4914900"/>
              <a:ext cx="60960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5746750" y="5210175"/>
              <a:ext cx="317501" cy="285751"/>
            </a:xfrm>
            <a:custGeom>
              <a:avLst/>
              <a:gdLst/>
              <a:ahLst/>
              <a:cxnLst/>
              <a:rect l="l" t="t" r="r" b="b"/>
              <a:pathLst>
                <a:path w="317501" h="285751">
                  <a:moveTo>
                    <a:pt x="79375" y="285751"/>
                  </a:moveTo>
                  <a:cubicBezTo>
                    <a:pt x="70608" y="285751"/>
                    <a:pt x="63500" y="278643"/>
                    <a:pt x="63500" y="269876"/>
                  </a:cubicBezTo>
                  <a:cubicBezTo>
                    <a:pt x="63500" y="261108"/>
                    <a:pt x="70608" y="254001"/>
                    <a:pt x="79375" y="254001"/>
                  </a:cubicBezTo>
                  <a:lnTo>
                    <a:pt x="95250" y="254001"/>
                  </a:lnTo>
                  <a:lnTo>
                    <a:pt x="95250" y="222250"/>
                  </a:lnTo>
                  <a:lnTo>
                    <a:pt x="31750" y="222250"/>
                  </a:lnTo>
                  <a:cubicBezTo>
                    <a:pt x="14215" y="222250"/>
                    <a:pt x="0" y="208035"/>
                    <a:pt x="0" y="19050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lnTo>
                    <a:pt x="285751" y="0"/>
                  </a:lnTo>
                  <a:cubicBezTo>
                    <a:pt x="303286" y="0"/>
                    <a:pt x="317501" y="14215"/>
                    <a:pt x="317501" y="31750"/>
                  </a:cubicBezTo>
                  <a:lnTo>
                    <a:pt x="317501" y="190500"/>
                  </a:lnTo>
                  <a:cubicBezTo>
                    <a:pt x="317501" y="208035"/>
                    <a:pt x="303286" y="222250"/>
                    <a:pt x="285751" y="222250"/>
                  </a:cubicBezTo>
                  <a:lnTo>
                    <a:pt x="222250" y="222250"/>
                  </a:lnTo>
                  <a:lnTo>
                    <a:pt x="222250" y="254001"/>
                  </a:lnTo>
                  <a:lnTo>
                    <a:pt x="238125" y="254001"/>
                  </a:lnTo>
                  <a:cubicBezTo>
                    <a:pt x="246893" y="254001"/>
                    <a:pt x="254001" y="261108"/>
                    <a:pt x="254001" y="269876"/>
                  </a:cubicBezTo>
                  <a:cubicBezTo>
                    <a:pt x="254001" y="278643"/>
                    <a:pt x="246893" y="285751"/>
                    <a:pt x="238125" y="285751"/>
                  </a:cubicBezTo>
                  <a:close/>
                  <a:moveTo>
                    <a:pt x="190500" y="222250"/>
                  </a:moveTo>
                  <a:lnTo>
                    <a:pt x="127000" y="222250"/>
                  </a:lnTo>
                  <a:lnTo>
                    <a:pt x="127000" y="254001"/>
                  </a:lnTo>
                  <a:lnTo>
                    <a:pt x="190500" y="2540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15456" y="5101590"/>
              <a:ext cx="2265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收藏夹里躺着那个 IP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17742" y="5474018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202.117.144.205:8605——你背下来了没有？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85800" y="669608"/>
            <a:ext cx="3726561" cy="858393"/>
            <a:chOff x="685800" y="669608"/>
            <a:chExt cx="3726561" cy="858393"/>
          </a:xfrm>
        </p:grpSpPr>
        <p:sp>
          <p:nvSpPr>
            <p:cNvPr id="2" name="Rectangle 2"/>
            <p:cNvSpPr/>
            <p:nvPr/>
          </p:nvSpPr>
          <p:spPr>
            <a:xfrm>
              <a:off x="685800" y="6858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6498" y="669608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它替你做四件事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5642" y="12639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从装好那一刻起，认证这件事就不再需要你</a:t>
              </a:r>
            </a:p>
          </p:txBody>
        </p:sp>
      </p:grpSp>
      <p:grpSp>
        <p:nvGrpSpPr>
          <p:cNvPr id="12" name="feature-card-1"/>
          <p:cNvGrpSpPr/>
          <p:nvPr/>
        </p:nvGrpSpPr>
        <p:grpSpPr>
          <a:xfrm>
            <a:off x="685800" y="1828800"/>
            <a:ext cx="5334000" cy="2057400"/>
            <a:chOff x="685800" y="1828800"/>
            <a:chExt cx="5334000" cy="2057400"/>
          </a:xfrm>
        </p:grpSpPr>
        <p:sp>
          <p:nvSpPr>
            <p:cNvPr id="6" name="Rectangle 6"/>
            <p:cNvSpPr/>
            <p:nvPr/>
          </p:nvSpPr>
          <p:spPr>
            <a:xfrm>
              <a:off x="685800" y="1828800"/>
              <a:ext cx="5334000" cy="20574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42137" y="2209800"/>
              <a:ext cx="306525" cy="388068"/>
            </a:xfrm>
            <a:custGeom>
              <a:avLst/>
              <a:gdLst/>
              <a:ahLst/>
              <a:cxnLst/>
              <a:rect l="l" t="t" r="r" b="b"/>
              <a:pathLst>
                <a:path w="306525" h="388068">
                  <a:moveTo>
                    <a:pt x="172313" y="0"/>
                  </a:moveTo>
                  <a:lnTo>
                    <a:pt x="172655" y="19"/>
                  </a:lnTo>
                  <a:lnTo>
                    <a:pt x="172960" y="38"/>
                  </a:lnTo>
                  <a:lnTo>
                    <a:pt x="174541" y="133"/>
                  </a:lnTo>
                  <a:lnTo>
                    <a:pt x="174751" y="171"/>
                  </a:lnTo>
                  <a:lnTo>
                    <a:pt x="174960" y="171"/>
                  </a:lnTo>
                  <a:lnTo>
                    <a:pt x="175684" y="343"/>
                  </a:lnTo>
                  <a:lnTo>
                    <a:pt x="176675" y="495"/>
                  </a:lnTo>
                  <a:lnTo>
                    <a:pt x="176980" y="610"/>
                  </a:lnTo>
                  <a:lnTo>
                    <a:pt x="177189" y="629"/>
                  </a:lnTo>
                  <a:lnTo>
                    <a:pt x="177742" y="838"/>
                  </a:lnTo>
                  <a:lnTo>
                    <a:pt x="178732" y="1105"/>
                  </a:lnTo>
                  <a:lnTo>
                    <a:pt x="179094" y="1276"/>
                  </a:lnTo>
                  <a:lnTo>
                    <a:pt x="179380" y="1353"/>
                  </a:lnTo>
                  <a:lnTo>
                    <a:pt x="179913" y="1619"/>
                  </a:lnTo>
                  <a:lnTo>
                    <a:pt x="180675" y="1943"/>
                  </a:lnTo>
                  <a:lnTo>
                    <a:pt x="181076" y="2172"/>
                  </a:lnTo>
                  <a:lnTo>
                    <a:pt x="181495" y="2362"/>
                  </a:lnTo>
                  <a:lnTo>
                    <a:pt x="181933" y="2648"/>
                  </a:lnTo>
                  <a:lnTo>
                    <a:pt x="182523" y="2972"/>
                  </a:lnTo>
                  <a:lnTo>
                    <a:pt x="183171" y="3429"/>
                  </a:lnTo>
                  <a:lnTo>
                    <a:pt x="183514" y="3639"/>
                  </a:lnTo>
                  <a:lnTo>
                    <a:pt x="183762" y="3867"/>
                  </a:lnTo>
                  <a:lnTo>
                    <a:pt x="184219" y="4191"/>
                  </a:lnTo>
                  <a:lnTo>
                    <a:pt x="184943" y="4839"/>
                  </a:lnTo>
                  <a:lnTo>
                    <a:pt x="185362" y="5163"/>
                  </a:lnTo>
                  <a:lnTo>
                    <a:pt x="185514" y="5353"/>
                  </a:lnTo>
                  <a:lnTo>
                    <a:pt x="185781" y="5582"/>
                  </a:lnTo>
                  <a:lnTo>
                    <a:pt x="186467" y="6363"/>
                  </a:lnTo>
                  <a:lnTo>
                    <a:pt x="186962" y="6877"/>
                  </a:lnTo>
                  <a:lnTo>
                    <a:pt x="187076" y="7049"/>
                  </a:lnTo>
                  <a:cubicBezTo>
                    <a:pt x="189362" y="9849"/>
                    <a:pt x="190810" y="13183"/>
                    <a:pt x="191229" y="16821"/>
                  </a:cubicBezTo>
                  <a:lnTo>
                    <a:pt x="191248" y="17050"/>
                  </a:lnTo>
                  <a:lnTo>
                    <a:pt x="191286" y="17831"/>
                  </a:lnTo>
                  <a:lnTo>
                    <a:pt x="191363" y="19050"/>
                  </a:lnTo>
                  <a:lnTo>
                    <a:pt x="191363" y="133350"/>
                  </a:lnTo>
                  <a:lnTo>
                    <a:pt x="286613" y="133350"/>
                  </a:lnTo>
                  <a:cubicBezTo>
                    <a:pt x="293407" y="133348"/>
                    <a:pt x="299689" y="136966"/>
                    <a:pt x="303097" y="142844"/>
                  </a:cubicBezTo>
                  <a:cubicBezTo>
                    <a:pt x="306506" y="148723"/>
                    <a:pt x="306525" y="155971"/>
                    <a:pt x="303148" y="161868"/>
                  </a:cubicBezTo>
                  <a:lnTo>
                    <a:pt x="302005" y="163601"/>
                  </a:lnTo>
                  <a:lnTo>
                    <a:pt x="149605" y="373151"/>
                  </a:lnTo>
                  <a:cubicBezTo>
                    <a:pt x="138785" y="388068"/>
                    <a:pt x="115163" y="380390"/>
                    <a:pt x="115163" y="361950"/>
                  </a:cubicBezTo>
                  <a:lnTo>
                    <a:pt x="115163" y="247650"/>
                  </a:lnTo>
                  <a:lnTo>
                    <a:pt x="19913" y="247650"/>
                  </a:lnTo>
                  <a:cubicBezTo>
                    <a:pt x="13118" y="247652"/>
                    <a:pt x="6836" y="244034"/>
                    <a:pt x="3428" y="238156"/>
                  </a:cubicBezTo>
                  <a:cubicBezTo>
                    <a:pt x="19" y="232277"/>
                    <a:pt x="0" y="225029"/>
                    <a:pt x="3377" y="219132"/>
                  </a:cubicBezTo>
                  <a:lnTo>
                    <a:pt x="4520" y="217399"/>
                  </a:lnTo>
                  <a:lnTo>
                    <a:pt x="156920" y="7849"/>
                  </a:lnTo>
                  <a:lnTo>
                    <a:pt x="157111" y="7601"/>
                  </a:lnTo>
                  <a:lnTo>
                    <a:pt x="157454" y="7144"/>
                  </a:lnTo>
                  <a:lnTo>
                    <a:pt x="158082" y="6420"/>
                  </a:lnTo>
                  <a:lnTo>
                    <a:pt x="158425" y="6001"/>
                  </a:lnTo>
                  <a:lnTo>
                    <a:pt x="158597" y="5848"/>
                  </a:lnTo>
                  <a:lnTo>
                    <a:pt x="158844" y="5582"/>
                  </a:lnTo>
                  <a:lnTo>
                    <a:pt x="159606" y="4896"/>
                  </a:lnTo>
                  <a:lnTo>
                    <a:pt x="160140" y="4401"/>
                  </a:lnTo>
                  <a:lnTo>
                    <a:pt x="160292" y="4286"/>
                  </a:lnTo>
                  <a:cubicBezTo>
                    <a:pt x="162525" y="2459"/>
                    <a:pt x="165143" y="1163"/>
                    <a:pt x="167950" y="495"/>
                  </a:cubicBezTo>
                  <a:lnTo>
                    <a:pt x="168160" y="476"/>
                  </a:lnTo>
                  <a:lnTo>
                    <a:pt x="168674" y="381"/>
                  </a:lnTo>
                  <a:lnTo>
                    <a:pt x="170084" y="133"/>
                  </a:lnTo>
                  <a:lnTo>
                    <a:pt x="170293" y="114"/>
                  </a:lnTo>
                  <a:lnTo>
                    <a:pt x="171074" y="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3456" y="2148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开机自启，秒级登录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5742" y="2521268"/>
              <a:ext cx="3037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登录 Windows 后几秒内自动完成认证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6800" y="30099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47572" y="3108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无需任何点击</a:t>
              </a:r>
            </a:p>
          </p:txBody>
        </p:sp>
      </p:grpSp>
      <p:grpSp>
        <p:nvGrpSpPr>
          <p:cNvPr id="19" name="feature-card-2"/>
          <p:cNvGrpSpPr/>
          <p:nvPr/>
        </p:nvGrpSpPr>
        <p:grpSpPr>
          <a:xfrm>
            <a:off x="6172200" y="1828800"/>
            <a:ext cx="5334000" cy="2057400"/>
            <a:chOff x="6172200" y="1828800"/>
            <a:chExt cx="5334000" cy="2057400"/>
          </a:xfrm>
        </p:grpSpPr>
        <p:sp>
          <p:nvSpPr>
            <p:cNvPr id="13" name="Rectangle 13"/>
            <p:cNvSpPr/>
            <p:nvPr/>
          </p:nvSpPr>
          <p:spPr>
            <a:xfrm>
              <a:off x="6172200" y="1828800"/>
              <a:ext cx="5334000" cy="20574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610348" y="2228848"/>
              <a:ext cx="342903" cy="342903"/>
            </a:xfrm>
            <a:custGeom>
              <a:avLst/>
              <a:gdLst/>
              <a:ahLst/>
              <a:cxnLst/>
              <a:rect l="l" t="t" r="r" b="b"/>
              <a:pathLst>
                <a:path w="342903" h="342903">
                  <a:moveTo>
                    <a:pt x="285752" y="2"/>
                  </a:moveTo>
                  <a:cubicBezTo>
                    <a:pt x="316014" y="0"/>
                    <a:pt x="341031" y="23589"/>
                    <a:pt x="342806" y="53799"/>
                  </a:cubicBezTo>
                  <a:lnTo>
                    <a:pt x="342902" y="57152"/>
                  </a:lnTo>
                  <a:lnTo>
                    <a:pt x="342902" y="285752"/>
                  </a:lnTo>
                  <a:cubicBezTo>
                    <a:pt x="342903" y="316014"/>
                    <a:pt x="319314" y="341031"/>
                    <a:pt x="289104" y="342806"/>
                  </a:cubicBezTo>
                  <a:lnTo>
                    <a:pt x="285752" y="342902"/>
                  </a:lnTo>
                  <a:lnTo>
                    <a:pt x="57152" y="342902"/>
                  </a:lnTo>
                  <a:cubicBezTo>
                    <a:pt x="26890" y="342903"/>
                    <a:pt x="1872" y="319314"/>
                    <a:pt x="97" y="289104"/>
                  </a:cubicBezTo>
                  <a:lnTo>
                    <a:pt x="2" y="285752"/>
                  </a:lnTo>
                  <a:lnTo>
                    <a:pt x="2" y="57152"/>
                  </a:lnTo>
                  <a:cubicBezTo>
                    <a:pt x="0" y="26890"/>
                    <a:pt x="23589" y="1872"/>
                    <a:pt x="53799" y="97"/>
                  </a:cubicBezTo>
                  <a:lnTo>
                    <a:pt x="57152" y="2"/>
                  </a:lnTo>
                  <a:lnTo>
                    <a:pt x="285752" y="2"/>
                  </a:lnTo>
                  <a:close/>
                  <a:moveTo>
                    <a:pt x="209552" y="247652"/>
                  </a:moveTo>
                  <a:cubicBezTo>
                    <a:pt x="199894" y="247653"/>
                    <a:pt x="191765" y="254881"/>
                    <a:pt x="190635" y="264473"/>
                  </a:cubicBezTo>
                  <a:lnTo>
                    <a:pt x="190502" y="266702"/>
                  </a:lnTo>
                  <a:lnTo>
                    <a:pt x="190635" y="269121"/>
                  </a:lnTo>
                  <a:cubicBezTo>
                    <a:pt x="191775" y="278704"/>
                    <a:pt x="199901" y="285921"/>
                    <a:pt x="209552" y="285921"/>
                  </a:cubicBezTo>
                  <a:cubicBezTo>
                    <a:pt x="219202" y="285921"/>
                    <a:pt x="227328" y="278704"/>
                    <a:pt x="228468" y="269121"/>
                  </a:cubicBezTo>
                  <a:lnTo>
                    <a:pt x="228602" y="266892"/>
                  </a:lnTo>
                  <a:lnTo>
                    <a:pt x="228468" y="264473"/>
                  </a:lnTo>
                  <a:cubicBezTo>
                    <a:pt x="227338" y="254881"/>
                    <a:pt x="219210" y="247653"/>
                    <a:pt x="209552" y="247652"/>
                  </a:cubicBezTo>
                  <a:close/>
                  <a:moveTo>
                    <a:pt x="266702" y="247652"/>
                  </a:moveTo>
                  <a:cubicBezTo>
                    <a:pt x="257044" y="247653"/>
                    <a:pt x="248915" y="254881"/>
                    <a:pt x="247785" y="264473"/>
                  </a:cubicBezTo>
                  <a:lnTo>
                    <a:pt x="247652" y="266702"/>
                  </a:lnTo>
                  <a:lnTo>
                    <a:pt x="247785" y="269121"/>
                  </a:lnTo>
                  <a:cubicBezTo>
                    <a:pt x="248925" y="278704"/>
                    <a:pt x="257051" y="285921"/>
                    <a:pt x="266702" y="285921"/>
                  </a:cubicBezTo>
                  <a:cubicBezTo>
                    <a:pt x="276352" y="285921"/>
                    <a:pt x="284478" y="278704"/>
                    <a:pt x="285618" y="269121"/>
                  </a:cubicBezTo>
                  <a:lnTo>
                    <a:pt x="285752" y="266892"/>
                  </a:lnTo>
                  <a:lnTo>
                    <a:pt x="285618" y="264473"/>
                  </a:lnTo>
                  <a:cubicBezTo>
                    <a:pt x="284488" y="254881"/>
                    <a:pt x="276360" y="247653"/>
                    <a:pt x="266702" y="247652"/>
                  </a:cubicBezTo>
                  <a:close/>
                  <a:moveTo>
                    <a:pt x="152402" y="118797"/>
                  </a:moveTo>
                  <a:lnTo>
                    <a:pt x="150382" y="122817"/>
                  </a:lnTo>
                  <a:cubicBezTo>
                    <a:pt x="147535" y="128512"/>
                    <a:pt x="142031" y="132407"/>
                    <a:pt x="135714" y="133199"/>
                  </a:cubicBezTo>
                  <a:lnTo>
                    <a:pt x="133352" y="133352"/>
                  </a:lnTo>
                  <a:lnTo>
                    <a:pt x="38102" y="133333"/>
                  </a:lnTo>
                  <a:lnTo>
                    <a:pt x="38102" y="190502"/>
                  </a:lnTo>
                  <a:lnTo>
                    <a:pt x="304802" y="190502"/>
                  </a:lnTo>
                  <a:lnTo>
                    <a:pt x="304802" y="133333"/>
                  </a:lnTo>
                  <a:lnTo>
                    <a:pt x="221325" y="133352"/>
                  </a:lnTo>
                  <a:lnTo>
                    <a:pt x="207532" y="160917"/>
                  </a:lnTo>
                  <a:cubicBezTo>
                    <a:pt x="204501" y="166983"/>
                    <a:pt x="198472" y="170981"/>
                    <a:pt x="191704" y="171412"/>
                  </a:cubicBezTo>
                  <a:cubicBezTo>
                    <a:pt x="184936" y="171844"/>
                    <a:pt x="178449" y="168645"/>
                    <a:pt x="174671" y="163013"/>
                  </a:cubicBezTo>
                  <a:lnTo>
                    <a:pt x="173471" y="160917"/>
                  </a:lnTo>
                  <a:lnTo>
                    <a:pt x="152402" y="118797"/>
                  </a:lnTo>
                  <a:close/>
                  <a:moveTo>
                    <a:pt x="285752" y="38102"/>
                  </a:moveTo>
                  <a:lnTo>
                    <a:pt x="57152" y="38102"/>
                  </a:lnTo>
                  <a:cubicBezTo>
                    <a:pt x="47494" y="38103"/>
                    <a:pt x="39365" y="45331"/>
                    <a:pt x="38235" y="54923"/>
                  </a:cubicBezTo>
                  <a:lnTo>
                    <a:pt x="38102" y="57152"/>
                  </a:lnTo>
                  <a:lnTo>
                    <a:pt x="38102" y="95233"/>
                  </a:lnTo>
                  <a:lnTo>
                    <a:pt x="121560" y="95252"/>
                  </a:lnTo>
                  <a:lnTo>
                    <a:pt x="135371" y="67686"/>
                  </a:lnTo>
                  <a:cubicBezTo>
                    <a:pt x="138403" y="61620"/>
                    <a:pt x="144431" y="57623"/>
                    <a:pt x="151199" y="57191"/>
                  </a:cubicBezTo>
                  <a:cubicBezTo>
                    <a:pt x="157967" y="56759"/>
                    <a:pt x="164454" y="59959"/>
                    <a:pt x="168232" y="65591"/>
                  </a:cubicBezTo>
                  <a:lnTo>
                    <a:pt x="169432" y="67686"/>
                  </a:lnTo>
                  <a:lnTo>
                    <a:pt x="190502" y="109787"/>
                  </a:lnTo>
                  <a:lnTo>
                    <a:pt x="192521" y="105786"/>
                  </a:lnTo>
                  <a:cubicBezTo>
                    <a:pt x="195368" y="100092"/>
                    <a:pt x="200872" y="96196"/>
                    <a:pt x="207189" y="95404"/>
                  </a:cubicBezTo>
                  <a:lnTo>
                    <a:pt x="209552" y="95252"/>
                  </a:lnTo>
                  <a:lnTo>
                    <a:pt x="304802" y="95233"/>
                  </a:lnTo>
                  <a:lnTo>
                    <a:pt x="304802" y="57152"/>
                  </a:lnTo>
                  <a:cubicBezTo>
                    <a:pt x="304800" y="47494"/>
                    <a:pt x="297572" y="39365"/>
                    <a:pt x="287981" y="38235"/>
                  </a:cubicBezTo>
                  <a:lnTo>
                    <a:pt x="285752" y="3810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29856" y="2148840"/>
              <a:ext cx="19047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掉线 60 秒内重连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2521268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心跳每 60 秒巡检，被踢自动重新登录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553200" y="30099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5516" y="3108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无感恢复</a:t>
              </a:r>
            </a:p>
          </p:txBody>
        </p:sp>
      </p:grpSp>
      <p:grpSp>
        <p:nvGrpSpPr>
          <p:cNvPr id="35" name="feature-card-3"/>
          <p:cNvGrpSpPr/>
          <p:nvPr/>
        </p:nvGrpSpPr>
        <p:grpSpPr>
          <a:xfrm>
            <a:off x="685800" y="4114800"/>
            <a:ext cx="5334000" cy="2057400"/>
            <a:chOff x="685800" y="4114800"/>
            <a:chExt cx="5334000" cy="2057400"/>
          </a:xfrm>
        </p:grpSpPr>
        <p:sp>
          <p:nvSpPr>
            <p:cNvPr id="20" name="Rectangle 20"/>
            <p:cNvSpPr/>
            <p:nvPr/>
          </p:nvSpPr>
          <p:spPr>
            <a:xfrm>
              <a:off x="685800" y="4114800"/>
              <a:ext cx="5334000" cy="20574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103591" y="4496295"/>
              <a:ext cx="383592" cy="379991"/>
              <a:chOff x="1103591" y="4496295"/>
              <a:chExt cx="383592" cy="37999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309326" y="4762500"/>
                <a:ext cx="160668" cy="113786"/>
              </a:xfrm>
              <a:custGeom>
                <a:avLst/>
                <a:gdLst/>
                <a:ahLst/>
                <a:cxnLst/>
                <a:rect l="l" t="t" r="r" b="b"/>
                <a:pathLst>
                  <a:path w="160668" h="113786">
                    <a:moveTo>
                      <a:pt x="160668" y="0"/>
                    </a:moveTo>
                    <a:cubicBezTo>
                      <a:pt x="132381" y="64808"/>
                      <a:pt x="70523" y="108616"/>
                      <a:pt x="0" y="113786"/>
                    </a:cubicBezTo>
                    <a:cubicBezTo>
                      <a:pt x="4879" y="112623"/>
                      <a:pt x="9102" y="109584"/>
                      <a:pt x="11754" y="105327"/>
                    </a:cubicBezTo>
                    <a:cubicBezTo>
                      <a:pt x="32002" y="72892"/>
                      <a:pt x="46683" y="37298"/>
                      <a:pt x="55188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20807" y="4762500"/>
                <a:ext cx="160649" cy="113786"/>
              </a:xfrm>
              <a:custGeom>
                <a:avLst/>
                <a:gdLst/>
                <a:ahLst/>
                <a:cxnLst/>
                <a:rect l="l" t="t" r="r" b="b"/>
                <a:pathLst>
                  <a:path w="160649" h="113786">
                    <a:moveTo>
                      <a:pt x="105480" y="0"/>
                    </a:moveTo>
                    <a:cubicBezTo>
                      <a:pt x="113981" y="37292"/>
                      <a:pt x="128662" y="72899"/>
                      <a:pt x="148914" y="105347"/>
                    </a:cubicBezTo>
                    <a:cubicBezTo>
                      <a:pt x="151565" y="109592"/>
                      <a:pt x="155780" y="112623"/>
                      <a:pt x="160649" y="113786"/>
                    </a:cubicBezTo>
                    <a:cubicBezTo>
                      <a:pt x="90132" y="108609"/>
                      <a:pt x="28284" y="64803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265491" y="4762500"/>
                <a:ext cx="59817" cy="73990"/>
              </a:xfrm>
              <a:custGeom>
                <a:avLst/>
                <a:gdLst/>
                <a:ahLst/>
                <a:cxnLst/>
                <a:rect l="l" t="t" r="r" b="b"/>
                <a:pathLst>
                  <a:path w="59817" h="73990">
                    <a:moveTo>
                      <a:pt x="59817" y="0"/>
                    </a:moveTo>
                    <a:cubicBezTo>
                      <a:pt x="53133" y="25868"/>
                      <a:pt x="43078" y="50744"/>
                      <a:pt x="29909" y="73990"/>
                    </a:cubicBezTo>
                    <a:cubicBezTo>
                      <a:pt x="16739" y="50744"/>
                      <a:pt x="6684" y="25868"/>
                      <a:pt x="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03591" y="4648200"/>
                <a:ext cx="11625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6257" h="76200">
                    <a:moveTo>
                      <a:pt x="116257" y="0"/>
                    </a:moveTo>
                    <a:cubicBezTo>
                      <a:pt x="113426" y="25321"/>
                      <a:pt x="113426" y="50879"/>
                      <a:pt x="116257" y="76200"/>
                    </a:cubicBezTo>
                    <a:lnTo>
                      <a:pt x="5157" y="76200"/>
                    </a:lnTo>
                    <a:cubicBezTo>
                      <a:pt x="13" y="51062"/>
                      <a:pt x="0" y="25143"/>
                      <a:pt x="51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255027" y="4648200"/>
                <a:ext cx="80746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0746" h="76200">
                    <a:moveTo>
                      <a:pt x="77559" y="0"/>
                    </a:moveTo>
                    <a:cubicBezTo>
                      <a:pt x="80746" y="25300"/>
                      <a:pt x="80746" y="50900"/>
                      <a:pt x="77559" y="76200"/>
                    </a:cubicBezTo>
                    <a:lnTo>
                      <a:pt x="3188" y="76200"/>
                    </a:lnTo>
                    <a:cubicBezTo>
                      <a:pt x="0" y="50900"/>
                      <a:pt x="0" y="25300"/>
                      <a:pt x="31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370952" y="4648200"/>
                <a:ext cx="116231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6231" h="76200">
                    <a:moveTo>
                      <a:pt x="111138" y="0"/>
                    </a:moveTo>
                    <a:cubicBezTo>
                      <a:pt x="116231" y="25146"/>
                      <a:pt x="116218" y="51059"/>
                      <a:pt x="111100" y="76200"/>
                    </a:cubicBezTo>
                    <a:lnTo>
                      <a:pt x="0" y="76200"/>
                    </a:lnTo>
                    <a:cubicBezTo>
                      <a:pt x="2838" y="50883"/>
                      <a:pt x="2838" y="25337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20750" y="4496314"/>
                <a:ext cx="160687" cy="113786"/>
              </a:xfrm>
              <a:custGeom>
                <a:avLst/>
                <a:gdLst/>
                <a:ahLst/>
                <a:cxnLst/>
                <a:rect l="l" t="t" r="r" b="b"/>
                <a:pathLst>
                  <a:path w="160687" h="113786">
                    <a:moveTo>
                      <a:pt x="160687" y="0"/>
                    </a:moveTo>
                    <a:cubicBezTo>
                      <a:pt x="155822" y="1171"/>
                      <a:pt x="151614" y="4210"/>
                      <a:pt x="148971" y="8458"/>
                    </a:cubicBezTo>
                    <a:cubicBezTo>
                      <a:pt x="128721" y="40900"/>
                      <a:pt x="114040" y="76500"/>
                      <a:pt x="105537" y="113786"/>
                    </a:cubicBezTo>
                    <a:lnTo>
                      <a:pt x="0" y="113786"/>
                    </a:lnTo>
                    <a:cubicBezTo>
                      <a:pt x="28036" y="49619"/>
                      <a:pt x="88985" y="5981"/>
                      <a:pt x="158763" y="1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65492" y="4536110"/>
                <a:ext cx="59817" cy="74009"/>
              </a:xfrm>
              <a:custGeom>
                <a:avLst/>
                <a:gdLst/>
                <a:ahLst/>
                <a:cxnLst/>
                <a:rect l="l" t="t" r="r" b="b"/>
                <a:pathLst>
                  <a:path w="59817" h="74009">
                    <a:moveTo>
                      <a:pt x="29908" y="0"/>
                    </a:moveTo>
                    <a:cubicBezTo>
                      <a:pt x="43079" y="23252"/>
                      <a:pt x="53135" y="48135"/>
                      <a:pt x="59817" y="74009"/>
                    </a:cubicBezTo>
                    <a:lnTo>
                      <a:pt x="0" y="74009"/>
                    </a:lnTo>
                    <a:cubicBezTo>
                      <a:pt x="6477" y="48920"/>
                      <a:pt x="16192" y="24479"/>
                      <a:pt x="29146" y="129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09364" y="4496295"/>
                <a:ext cx="160687" cy="113805"/>
              </a:xfrm>
              <a:custGeom>
                <a:avLst/>
                <a:gdLst/>
                <a:ahLst/>
                <a:cxnLst/>
                <a:rect l="l" t="t" r="r" b="b"/>
                <a:pathLst>
                  <a:path w="160687" h="113805">
                    <a:moveTo>
                      <a:pt x="0" y="0"/>
                    </a:moveTo>
                    <a:cubicBezTo>
                      <a:pt x="70520" y="5208"/>
                      <a:pt x="132368" y="49011"/>
                      <a:pt x="160687" y="113805"/>
                    </a:cubicBezTo>
                    <a:lnTo>
                      <a:pt x="55150" y="113805"/>
                    </a:lnTo>
                    <a:cubicBezTo>
                      <a:pt x="46649" y="76513"/>
                      <a:pt x="31968" y="40906"/>
                      <a:pt x="11716" y="8458"/>
                    </a:cubicBezTo>
                    <a:cubicBezTo>
                      <a:pt x="9424" y="4787"/>
                      <a:pt x="5950" y="2005"/>
                      <a:pt x="1867" y="5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743456" y="4434840"/>
              <a:ext cx="1994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专治"假在线"地球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45742" y="4807268"/>
              <a:ext cx="387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门户说谎时下线重登重建出口，约 4-6 分钟自愈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66800" y="52959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38072" y="5394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挂机党最需要</a:t>
              </a:r>
            </a:p>
          </p:txBody>
        </p:sp>
      </p:grpSp>
      <p:grpSp>
        <p:nvGrpSpPr>
          <p:cNvPr id="42" name="feature-card-4"/>
          <p:cNvGrpSpPr/>
          <p:nvPr/>
        </p:nvGrpSpPr>
        <p:grpSpPr>
          <a:xfrm>
            <a:off x="6172200" y="4114800"/>
            <a:ext cx="5334000" cy="2057400"/>
            <a:chOff x="6172200" y="4114800"/>
            <a:chExt cx="5334000" cy="2057400"/>
          </a:xfrm>
        </p:grpSpPr>
        <p:sp>
          <p:nvSpPr>
            <p:cNvPr id="36" name="Rectangle 36"/>
            <p:cNvSpPr/>
            <p:nvPr/>
          </p:nvSpPr>
          <p:spPr>
            <a:xfrm>
              <a:off x="6172200" y="4114800"/>
              <a:ext cx="5334000" cy="205740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584880" y="449394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1" y="178887"/>
                  </a:cubicBezTo>
                  <a:lnTo>
                    <a:pt x="183451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29856" y="44348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家庭网络自动休眠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32142" y="4807268"/>
              <a:ext cx="3752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热点、家 WiFi 上保持沉默，回校园网自动唤醒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53200" y="52959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05244" y="5394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不乱发请求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85800" y="669608"/>
            <a:ext cx="2817876" cy="858393"/>
            <a:chOff x="685800" y="669608"/>
            <a:chExt cx="2817876" cy="858393"/>
          </a:xfrm>
        </p:grpSpPr>
        <p:sp>
          <p:nvSpPr>
            <p:cNvPr id="2" name="Rectangle 2"/>
            <p:cNvSpPr/>
            <p:nvPr/>
          </p:nvSpPr>
          <p:spPr>
            <a:xfrm>
              <a:off x="685800" y="6858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6498" y="669608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三步开始用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5642" y="12639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全程不超过一分钟，之后忘掉它</a:t>
              </a:r>
            </a:p>
          </p:txBody>
        </p:sp>
      </p:grpSp>
      <p:grpSp>
        <p:nvGrpSpPr>
          <p:cNvPr id="11" name="step-card-1"/>
          <p:cNvGrpSpPr/>
          <p:nvPr/>
        </p:nvGrpSpPr>
        <p:grpSpPr>
          <a:xfrm>
            <a:off x="685800" y="2057400"/>
            <a:ext cx="3238500" cy="2857500"/>
            <a:chOff x="685800" y="2057400"/>
            <a:chExt cx="323850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2057400"/>
              <a:ext cx="3238500" cy="285750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7750" y="25565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062287" y="2452687"/>
              <a:ext cx="314324" cy="331787"/>
            </a:xfrm>
            <a:custGeom>
              <a:avLst/>
              <a:gdLst/>
              <a:ahLst/>
              <a:cxnLst/>
              <a:rect l="l" t="t" r="r" b="b"/>
              <a:pathLst>
                <a:path w="314324" h="331787">
                  <a:moveTo>
                    <a:pt x="296862" y="227012"/>
                  </a:moveTo>
                  <a:cubicBezTo>
                    <a:pt x="306506" y="227012"/>
                    <a:pt x="314324" y="234830"/>
                    <a:pt x="314324" y="244475"/>
                  </a:cubicBezTo>
                  <a:lnTo>
                    <a:pt x="314324" y="279399"/>
                  </a:lnTo>
                  <a:cubicBezTo>
                    <a:pt x="314324" y="308332"/>
                    <a:pt x="290870" y="331787"/>
                    <a:pt x="261937" y="331787"/>
                  </a:cubicBezTo>
                  <a:lnTo>
                    <a:pt x="52387" y="331787"/>
                  </a:lnTo>
                  <a:cubicBezTo>
                    <a:pt x="23455" y="331787"/>
                    <a:pt x="0" y="308332"/>
                    <a:pt x="0" y="279399"/>
                  </a:cubicBezTo>
                  <a:lnTo>
                    <a:pt x="0" y="244475"/>
                  </a:lnTo>
                  <a:cubicBezTo>
                    <a:pt x="0" y="234830"/>
                    <a:pt x="7818" y="227012"/>
                    <a:pt x="17462" y="227012"/>
                  </a:cubicBezTo>
                  <a:cubicBezTo>
                    <a:pt x="27107" y="227012"/>
                    <a:pt x="34925" y="234830"/>
                    <a:pt x="34925" y="244475"/>
                  </a:cubicBezTo>
                  <a:lnTo>
                    <a:pt x="34925" y="279399"/>
                  </a:lnTo>
                  <a:cubicBezTo>
                    <a:pt x="34925" y="289044"/>
                    <a:pt x="42743" y="296862"/>
                    <a:pt x="52387" y="296862"/>
                  </a:cubicBezTo>
                  <a:lnTo>
                    <a:pt x="261937" y="296862"/>
                  </a:lnTo>
                  <a:cubicBezTo>
                    <a:pt x="271581" y="296862"/>
                    <a:pt x="279399" y="289044"/>
                    <a:pt x="279399" y="279399"/>
                  </a:cubicBezTo>
                  <a:lnTo>
                    <a:pt x="279399" y="244475"/>
                  </a:lnTo>
                  <a:cubicBezTo>
                    <a:pt x="279399" y="234830"/>
                    <a:pt x="287218" y="227012"/>
                    <a:pt x="296862" y="227012"/>
                  </a:cubicBezTo>
                  <a:moveTo>
                    <a:pt x="157162" y="0"/>
                  </a:moveTo>
                  <a:cubicBezTo>
                    <a:pt x="166806" y="0"/>
                    <a:pt x="174625" y="7818"/>
                    <a:pt x="174625" y="17462"/>
                  </a:cubicBezTo>
                  <a:lnTo>
                    <a:pt x="174625" y="184840"/>
                  </a:lnTo>
                  <a:lnTo>
                    <a:pt x="232129" y="127354"/>
                  </a:lnTo>
                  <a:cubicBezTo>
                    <a:pt x="238980" y="120736"/>
                    <a:pt x="249872" y="120831"/>
                    <a:pt x="256608" y="127566"/>
                  </a:cubicBezTo>
                  <a:cubicBezTo>
                    <a:pt x="263344" y="134302"/>
                    <a:pt x="263438" y="145194"/>
                    <a:pt x="256821" y="152046"/>
                  </a:cubicBezTo>
                  <a:lnTo>
                    <a:pt x="169508" y="239358"/>
                  </a:lnTo>
                  <a:cubicBezTo>
                    <a:pt x="169013" y="239855"/>
                    <a:pt x="168488" y="240321"/>
                    <a:pt x="167937" y="240755"/>
                  </a:cubicBezTo>
                  <a:lnTo>
                    <a:pt x="169508" y="239358"/>
                  </a:lnTo>
                  <a:cubicBezTo>
                    <a:pt x="166374" y="242489"/>
                    <a:pt x="162166" y="244312"/>
                    <a:pt x="157738" y="244457"/>
                  </a:cubicBezTo>
                  <a:lnTo>
                    <a:pt x="157162" y="244475"/>
                  </a:lnTo>
                  <a:lnTo>
                    <a:pt x="156603" y="244475"/>
                  </a:lnTo>
                  <a:lnTo>
                    <a:pt x="155660" y="244405"/>
                  </a:lnTo>
                  <a:lnTo>
                    <a:pt x="157162" y="244475"/>
                  </a:lnTo>
                  <a:cubicBezTo>
                    <a:pt x="153256" y="244475"/>
                    <a:pt x="149462" y="243165"/>
                    <a:pt x="146388" y="240755"/>
                  </a:cubicBezTo>
                  <a:cubicBezTo>
                    <a:pt x="145836" y="240321"/>
                    <a:pt x="145312" y="239855"/>
                    <a:pt x="144816" y="239358"/>
                  </a:cubicBezTo>
                  <a:lnTo>
                    <a:pt x="57504" y="152046"/>
                  </a:lnTo>
                  <a:cubicBezTo>
                    <a:pt x="50886" y="145194"/>
                    <a:pt x="50981" y="134302"/>
                    <a:pt x="57717" y="127566"/>
                  </a:cubicBezTo>
                  <a:cubicBezTo>
                    <a:pt x="64452" y="120831"/>
                    <a:pt x="75344" y="120736"/>
                    <a:pt x="82196" y="127354"/>
                  </a:cubicBezTo>
                  <a:lnTo>
                    <a:pt x="139700" y="184840"/>
                  </a:lnTo>
                  <a:lnTo>
                    <a:pt x="139700" y="17462"/>
                  </a:lnTo>
                  <a:cubicBezTo>
                    <a:pt x="139700" y="7818"/>
                    <a:pt x="147518" y="0"/>
                    <a:pt x="157162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7656" y="3348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9942" y="3778568"/>
              <a:ext cx="193395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GitHub Release 下载 exe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放进一个固定目录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4000500" y="3352800"/>
            <a:ext cx="381000" cy="2667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0" name="step-card-2"/>
          <p:cNvGrpSpPr/>
          <p:nvPr/>
        </p:nvGrpSpPr>
        <p:grpSpPr>
          <a:xfrm>
            <a:off x="4457700" y="2057400"/>
            <a:ext cx="3238500" cy="2857500"/>
            <a:chOff x="4457700" y="2057400"/>
            <a:chExt cx="32385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4457700" y="2057400"/>
              <a:ext cx="3238500" cy="285750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19650" y="25565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6869112" y="2435225"/>
              <a:ext cx="244475" cy="349250"/>
              <a:chOff x="6869112" y="2435225"/>
              <a:chExt cx="244475" cy="3492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904037" y="2435225"/>
                <a:ext cx="1746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74625">
                    <a:moveTo>
                      <a:pt x="87312" y="0"/>
                    </a:moveTo>
                    <a:cubicBezTo>
                      <a:pt x="135534" y="0"/>
                      <a:pt x="174625" y="39091"/>
                      <a:pt x="174625" y="87312"/>
                    </a:cubicBezTo>
                    <a:cubicBezTo>
                      <a:pt x="174625" y="135534"/>
                      <a:pt x="135534" y="174625"/>
                      <a:pt x="87312" y="174625"/>
                    </a:cubicBezTo>
                    <a:cubicBezTo>
                      <a:pt x="39091" y="174625"/>
                      <a:pt x="0" y="135534"/>
                      <a:pt x="0" y="87312"/>
                    </a:cubicBezTo>
                    <a:lnTo>
                      <a:pt x="87" y="83523"/>
                    </a:lnTo>
                    <a:cubicBezTo>
                      <a:pt x="2116" y="36821"/>
                      <a:pt x="40567" y="3"/>
                      <a:pt x="8731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869112" y="2644775"/>
                <a:ext cx="2444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139700">
                    <a:moveTo>
                      <a:pt x="157162" y="0"/>
                    </a:moveTo>
                    <a:cubicBezTo>
                      <a:pt x="205383" y="0"/>
                      <a:pt x="244475" y="39091"/>
                      <a:pt x="244475" y="87312"/>
                    </a:cubicBezTo>
                    <a:lnTo>
                      <a:pt x="244475" y="104775"/>
                    </a:lnTo>
                    <a:cubicBezTo>
                      <a:pt x="244475" y="124063"/>
                      <a:pt x="228838" y="139700"/>
                      <a:pt x="209550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87312"/>
                    </a:lnTo>
                    <a:cubicBezTo>
                      <a:pt x="0" y="39091"/>
                      <a:pt x="39091" y="0"/>
                      <a:pt x="87312" y="0"/>
                    </a:cubicBezTo>
                    <a:lnTo>
                      <a:pt x="15716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829556" y="3348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填一次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31842" y="3778568"/>
              <a:ext cx="18996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双击运行，填学号、密码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选运营商，保存即检测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7772400" y="3352800"/>
            <a:ext cx="381000" cy="2667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7" name="step-card-3"/>
          <p:cNvGrpSpPr/>
          <p:nvPr/>
        </p:nvGrpSpPr>
        <p:grpSpPr>
          <a:xfrm>
            <a:off x="8229600" y="2057400"/>
            <a:ext cx="3276600" cy="2857500"/>
            <a:chOff x="8229600" y="2057400"/>
            <a:chExt cx="3276600" cy="2857500"/>
          </a:xfrm>
        </p:grpSpPr>
        <p:sp>
          <p:nvSpPr>
            <p:cNvPr id="22" name="Rectangle 22"/>
            <p:cNvSpPr/>
            <p:nvPr/>
          </p:nvSpPr>
          <p:spPr>
            <a:xfrm>
              <a:off x="8229600" y="2057400"/>
              <a:ext cx="3276600" cy="285750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91550" y="25565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10588625" y="2427403"/>
              <a:ext cx="367236" cy="367837"/>
            </a:xfrm>
            <a:custGeom>
              <a:avLst/>
              <a:gdLst/>
              <a:ahLst/>
              <a:cxnLst/>
              <a:rect l="l" t="t" r="r" b="b"/>
              <a:pathLst>
                <a:path w="367236" h="367837">
                  <a:moveTo>
                    <a:pt x="261937" y="31222"/>
                  </a:moveTo>
                  <a:cubicBezTo>
                    <a:pt x="334710" y="73240"/>
                    <a:pt x="367236" y="161132"/>
                    <a:pt x="339348" y="240402"/>
                  </a:cubicBezTo>
                  <a:cubicBezTo>
                    <a:pt x="311460" y="319672"/>
                    <a:pt x="231068" y="367837"/>
                    <a:pt x="148016" y="355035"/>
                  </a:cubicBezTo>
                  <a:cubicBezTo>
                    <a:pt x="64965" y="342233"/>
                    <a:pt x="2809" y="272093"/>
                    <a:pt x="87" y="188105"/>
                  </a:cubicBezTo>
                  <a:lnTo>
                    <a:pt x="0" y="182447"/>
                  </a:lnTo>
                  <a:lnTo>
                    <a:pt x="87" y="176789"/>
                  </a:lnTo>
                  <a:cubicBezTo>
                    <a:pt x="2077" y="115443"/>
                    <a:pt x="36127" y="59646"/>
                    <a:pt x="89773" y="29823"/>
                  </a:cubicBezTo>
                  <a:cubicBezTo>
                    <a:pt x="143419" y="0"/>
                    <a:pt x="208783" y="531"/>
                    <a:pt x="261937" y="31222"/>
                  </a:cubicBezTo>
                  <a:close/>
                  <a:moveTo>
                    <a:pt x="239358" y="135176"/>
                  </a:moveTo>
                  <a:cubicBezTo>
                    <a:pt x="233137" y="128955"/>
                    <a:pt x="223259" y="128334"/>
                    <a:pt x="216308" y="133727"/>
                  </a:cubicBezTo>
                  <a:lnTo>
                    <a:pt x="214666" y="135176"/>
                  </a:lnTo>
                  <a:lnTo>
                    <a:pt x="157162" y="192662"/>
                  </a:lnTo>
                  <a:lnTo>
                    <a:pt x="134583" y="170101"/>
                  </a:lnTo>
                  <a:lnTo>
                    <a:pt x="132942" y="168651"/>
                  </a:lnTo>
                  <a:cubicBezTo>
                    <a:pt x="125990" y="163263"/>
                    <a:pt x="116115" y="163886"/>
                    <a:pt x="109896" y="170105"/>
                  </a:cubicBezTo>
                  <a:cubicBezTo>
                    <a:pt x="103676" y="176325"/>
                    <a:pt x="103053" y="186199"/>
                    <a:pt x="108442" y="193151"/>
                  </a:cubicBezTo>
                  <a:lnTo>
                    <a:pt x="109891" y="194793"/>
                  </a:lnTo>
                  <a:lnTo>
                    <a:pt x="144816" y="229718"/>
                  </a:lnTo>
                  <a:lnTo>
                    <a:pt x="146458" y="231167"/>
                  </a:lnTo>
                  <a:cubicBezTo>
                    <a:pt x="152757" y="236055"/>
                    <a:pt x="161567" y="236055"/>
                    <a:pt x="167867" y="231167"/>
                  </a:cubicBezTo>
                  <a:lnTo>
                    <a:pt x="169508" y="229718"/>
                  </a:lnTo>
                  <a:lnTo>
                    <a:pt x="239358" y="159868"/>
                  </a:lnTo>
                  <a:lnTo>
                    <a:pt x="240807" y="158226"/>
                  </a:lnTo>
                  <a:cubicBezTo>
                    <a:pt x="246200" y="151275"/>
                    <a:pt x="245579" y="141397"/>
                    <a:pt x="239358" y="1351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01456" y="3348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03742" y="3778568"/>
              <a:ext cx="13853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托盘变绿即在线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开机自启默认开启</a:t>
              </a:r>
            </a:p>
          </p:txBody>
        </p:sp>
      </p:grpSp>
      <p:grpSp>
        <p:nvGrpSpPr>
          <p:cNvPr id="30" name="step-footer"/>
          <p:cNvGrpSpPr/>
          <p:nvPr/>
        </p:nvGrpSpPr>
        <p:grpSpPr>
          <a:xfrm>
            <a:off x="685800" y="5524500"/>
            <a:ext cx="10820400" cy="533400"/>
            <a:chOff x="685800" y="5524500"/>
            <a:chExt cx="10820400" cy="533400"/>
          </a:xfrm>
        </p:grpSpPr>
        <p:sp>
          <p:nvSpPr>
            <p:cNvPr id="28" name="Rectangle 28"/>
            <p:cNvSpPr/>
            <p:nvPr/>
          </p:nvSpPr>
          <p:spPr>
            <a:xfrm>
              <a:off x="685800" y="5524500"/>
              <a:ext cx="108204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17592" y="5673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之后的事，交给它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85800" y="669608"/>
            <a:ext cx="5437066" cy="858393"/>
            <a:chOff x="685800" y="669608"/>
            <a:chExt cx="5437066" cy="858393"/>
          </a:xfrm>
        </p:grpSpPr>
        <p:sp>
          <p:nvSpPr>
            <p:cNvPr id="2" name="Rectangle 2"/>
            <p:cNvSpPr/>
            <p:nvPr/>
          </p:nvSpPr>
          <p:spPr>
            <a:xfrm>
              <a:off x="685800" y="6858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6498" y="669608"/>
              <a:ext cx="51863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第一步：教程序"学会登录"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5642" y="1263968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原理不神秘——照着浏览器的表单，原样再交一遍</a:t>
              </a:r>
            </a:p>
          </p:txBody>
        </p:sp>
      </p:grpSp>
      <p:grpSp>
        <p:nvGrpSpPr>
          <p:cNvPr id="10" name="flow-node-1"/>
          <p:cNvGrpSpPr/>
          <p:nvPr/>
        </p:nvGrpSpPr>
        <p:grpSpPr>
          <a:xfrm>
            <a:off x="685800" y="2057400"/>
            <a:ext cx="3143250" cy="1905000"/>
            <a:chOff x="685800" y="2057400"/>
            <a:chExt cx="3143250" cy="1905000"/>
          </a:xfrm>
        </p:grpSpPr>
        <p:sp>
          <p:nvSpPr>
            <p:cNvPr id="6" name="Rectangle 6"/>
            <p:cNvSpPr/>
            <p:nvPr/>
          </p:nvSpPr>
          <p:spPr>
            <a:xfrm>
              <a:off x="685800" y="2057400"/>
              <a:ext cx="3143250" cy="19050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025523" y="2389303"/>
              <a:ext cx="367705" cy="369140"/>
            </a:xfrm>
            <a:custGeom>
              <a:avLst/>
              <a:gdLst/>
              <a:ahLst/>
              <a:cxnLst/>
              <a:rect l="l" t="t" r="r" b="b"/>
              <a:pathLst>
                <a:path w="367705" h="369140">
                  <a:moveTo>
                    <a:pt x="261939" y="31222"/>
                  </a:moveTo>
                  <a:cubicBezTo>
                    <a:pt x="335330" y="73594"/>
                    <a:pt x="367705" y="162544"/>
                    <a:pt x="338720" y="242178"/>
                  </a:cubicBezTo>
                  <a:cubicBezTo>
                    <a:pt x="309735" y="321812"/>
                    <a:pt x="227758" y="369140"/>
                    <a:pt x="144301" y="354422"/>
                  </a:cubicBezTo>
                  <a:cubicBezTo>
                    <a:pt x="60844" y="339705"/>
                    <a:pt x="0" y="267192"/>
                    <a:pt x="2" y="182447"/>
                  </a:cubicBezTo>
                  <a:lnTo>
                    <a:pt x="89" y="176789"/>
                  </a:lnTo>
                  <a:cubicBezTo>
                    <a:pt x="2079" y="115443"/>
                    <a:pt x="36129" y="59646"/>
                    <a:pt x="89775" y="29823"/>
                  </a:cubicBezTo>
                  <a:cubicBezTo>
                    <a:pt x="143421" y="0"/>
                    <a:pt x="208785" y="531"/>
                    <a:pt x="261939" y="31222"/>
                  </a:cubicBezTo>
                  <a:moveTo>
                    <a:pt x="152048" y="135176"/>
                  </a:moveTo>
                  <a:cubicBezTo>
                    <a:pt x="145229" y="128359"/>
                    <a:pt x="134175" y="128359"/>
                    <a:pt x="127356" y="135176"/>
                  </a:cubicBezTo>
                  <a:lnTo>
                    <a:pt x="92431" y="170101"/>
                  </a:lnTo>
                  <a:cubicBezTo>
                    <a:pt x="85614" y="176920"/>
                    <a:pt x="85614" y="187974"/>
                    <a:pt x="92431" y="194793"/>
                  </a:cubicBezTo>
                  <a:lnTo>
                    <a:pt x="127356" y="229718"/>
                  </a:lnTo>
                  <a:cubicBezTo>
                    <a:pt x="134175" y="236535"/>
                    <a:pt x="145229" y="236535"/>
                    <a:pt x="152048" y="229718"/>
                  </a:cubicBezTo>
                  <a:lnTo>
                    <a:pt x="153497" y="228076"/>
                  </a:lnTo>
                  <a:cubicBezTo>
                    <a:pt x="158890" y="221125"/>
                    <a:pt x="158269" y="211247"/>
                    <a:pt x="152048" y="205026"/>
                  </a:cubicBezTo>
                  <a:lnTo>
                    <a:pt x="129486" y="182447"/>
                  </a:lnTo>
                  <a:lnTo>
                    <a:pt x="152048" y="159868"/>
                  </a:lnTo>
                  <a:cubicBezTo>
                    <a:pt x="158865" y="153049"/>
                    <a:pt x="158865" y="141995"/>
                    <a:pt x="152048" y="135176"/>
                  </a:cubicBezTo>
                  <a:moveTo>
                    <a:pt x="221898" y="135176"/>
                  </a:moveTo>
                  <a:cubicBezTo>
                    <a:pt x="215079" y="128359"/>
                    <a:pt x="204025" y="128359"/>
                    <a:pt x="197206" y="135176"/>
                  </a:cubicBezTo>
                  <a:lnTo>
                    <a:pt x="195756" y="136817"/>
                  </a:lnTo>
                  <a:cubicBezTo>
                    <a:pt x="190364" y="143769"/>
                    <a:pt x="190985" y="153647"/>
                    <a:pt x="197206" y="159868"/>
                  </a:cubicBezTo>
                  <a:lnTo>
                    <a:pt x="219767" y="182447"/>
                  </a:lnTo>
                  <a:lnTo>
                    <a:pt x="197206" y="205026"/>
                  </a:lnTo>
                  <a:cubicBezTo>
                    <a:pt x="190588" y="211878"/>
                    <a:pt x="190683" y="222769"/>
                    <a:pt x="197419" y="229505"/>
                  </a:cubicBezTo>
                  <a:cubicBezTo>
                    <a:pt x="204154" y="236241"/>
                    <a:pt x="215046" y="236335"/>
                    <a:pt x="221898" y="229718"/>
                  </a:cubicBezTo>
                  <a:lnTo>
                    <a:pt x="256823" y="194793"/>
                  </a:lnTo>
                  <a:cubicBezTo>
                    <a:pt x="263640" y="187974"/>
                    <a:pt x="263640" y="176920"/>
                    <a:pt x="256823" y="1701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456" y="3082290"/>
              <a:ext cx="21324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抓包分析 login.jsp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3742" y="3473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看清表单字段与提交地址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3924300" y="2590800"/>
            <a:ext cx="457200" cy="3429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18" name="flow-node-2"/>
          <p:cNvGrpSpPr/>
          <p:nvPr/>
        </p:nvGrpSpPr>
        <p:grpSpPr>
          <a:xfrm>
            <a:off x="4514850" y="2057400"/>
            <a:ext cx="3143250" cy="1905000"/>
            <a:chOff x="4514850" y="2057400"/>
            <a:chExt cx="3143250" cy="1905000"/>
          </a:xfrm>
        </p:grpSpPr>
        <p:sp>
          <p:nvSpPr>
            <p:cNvPr id="12" name="Rectangle 12"/>
            <p:cNvSpPr/>
            <p:nvPr/>
          </p:nvSpPr>
          <p:spPr>
            <a:xfrm>
              <a:off x="4514850" y="2057400"/>
              <a:ext cx="3143250" cy="19050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889498" y="2397125"/>
              <a:ext cx="279403" cy="349251"/>
              <a:chOff x="4889498" y="2397125"/>
              <a:chExt cx="279403" cy="349251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889498" y="2397125"/>
                <a:ext cx="279403" cy="349251"/>
              </a:xfrm>
              <a:custGeom>
                <a:avLst/>
                <a:gdLst/>
                <a:ahLst/>
                <a:cxnLst/>
                <a:rect l="l" t="t" r="r" b="b"/>
                <a:pathLst>
                  <a:path w="279403" h="349251">
                    <a:moveTo>
                      <a:pt x="139701" y="0"/>
                    </a:moveTo>
                    <a:lnTo>
                      <a:pt x="141744" y="122"/>
                    </a:lnTo>
                    <a:cubicBezTo>
                      <a:pt x="149768" y="1068"/>
                      <a:pt x="156095" y="7396"/>
                      <a:pt x="157042" y="15419"/>
                    </a:cubicBezTo>
                    <a:lnTo>
                      <a:pt x="157164" y="17462"/>
                    </a:lnTo>
                    <a:lnTo>
                      <a:pt x="157164" y="87312"/>
                    </a:lnTo>
                    <a:lnTo>
                      <a:pt x="157251" y="89932"/>
                    </a:lnTo>
                    <a:cubicBezTo>
                      <a:pt x="158542" y="107113"/>
                      <a:pt x="172170" y="120785"/>
                      <a:pt x="189347" y="122133"/>
                    </a:cubicBezTo>
                    <a:lnTo>
                      <a:pt x="192089" y="122237"/>
                    </a:lnTo>
                    <a:lnTo>
                      <a:pt x="261939" y="122237"/>
                    </a:lnTo>
                    <a:lnTo>
                      <a:pt x="263982" y="122360"/>
                    </a:lnTo>
                    <a:cubicBezTo>
                      <a:pt x="272006" y="123306"/>
                      <a:pt x="278333" y="129633"/>
                      <a:pt x="279279" y="137657"/>
                    </a:cubicBezTo>
                    <a:lnTo>
                      <a:pt x="279401" y="139700"/>
                    </a:lnTo>
                    <a:lnTo>
                      <a:pt x="279401" y="296862"/>
                    </a:lnTo>
                    <a:cubicBezTo>
                      <a:pt x="279403" y="324602"/>
                      <a:pt x="257779" y="347535"/>
                      <a:pt x="230087" y="349162"/>
                    </a:cubicBezTo>
                    <a:lnTo>
                      <a:pt x="227014" y="349249"/>
                    </a:lnTo>
                    <a:lnTo>
                      <a:pt x="52389" y="349249"/>
                    </a:lnTo>
                    <a:cubicBezTo>
                      <a:pt x="24649" y="349251"/>
                      <a:pt x="1716" y="327628"/>
                      <a:pt x="89" y="299935"/>
                    </a:cubicBezTo>
                    <a:lnTo>
                      <a:pt x="2" y="296862"/>
                    </a:lnTo>
                    <a:lnTo>
                      <a:pt x="2" y="52387"/>
                    </a:lnTo>
                    <a:cubicBezTo>
                      <a:pt x="0" y="24647"/>
                      <a:pt x="21623" y="1715"/>
                      <a:pt x="49316" y="87"/>
                    </a:cubicBezTo>
                    <a:lnTo>
                      <a:pt x="52389" y="0"/>
                    </a:lnTo>
                    <a:close/>
                    <a:moveTo>
                      <a:pt x="192089" y="244475"/>
                    </a:moveTo>
                    <a:lnTo>
                      <a:pt x="87314" y="244475"/>
                    </a:lnTo>
                    <a:cubicBezTo>
                      <a:pt x="77670" y="244475"/>
                      <a:pt x="69851" y="252293"/>
                      <a:pt x="69851" y="261937"/>
                    </a:cubicBezTo>
                    <a:cubicBezTo>
                      <a:pt x="69851" y="271581"/>
                      <a:pt x="77670" y="279399"/>
                      <a:pt x="87314" y="279399"/>
                    </a:cubicBezTo>
                    <a:lnTo>
                      <a:pt x="192089" y="279399"/>
                    </a:lnTo>
                    <a:cubicBezTo>
                      <a:pt x="201733" y="279399"/>
                      <a:pt x="209551" y="271581"/>
                      <a:pt x="209551" y="261937"/>
                    </a:cubicBezTo>
                    <a:cubicBezTo>
                      <a:pt x="209551" y="252293"/>
                      <a:pt x="201733" y="244475"/>
                      <a:pt x="192089" y="244475"/>
                    </a:cubicBezTo>
                    <a:moveTo>
                      <a:pt x="192089" y="174625"/>
                    </a:moveTo>
                    <a:lnTo>
                      <a:pt x="87314" y="174625"/>
                    </a:lnTo>
                    <a:cubicBezTo>
                      <a:pt x="77670" y="174625"/>
                      <a:pt x="69851" y="182443"/>
                      <a:pt x="69851" y="192087"/>
                    </a:cubicBezTo>
                    <a:cubicBezTo>
                      <a:pt x="69851" y="201731"/>
                      <a:pt x="77670" y="209550"/>
                      <a:pt x="87314" y="209550"/>
                    </a:cubicBezTo>
                    <a:lnTo>
                      <a:pt x="192089" y="209550"/>
                    </a:lnTo>
                    <a:cubicBezTo>
                      <a:pt x="201733" y="209550"/>
                      <a:pt x="209551" y="201731"/>
                      <a:pt x="209551" y="192087"/>
                    </a:cubicBezTo>
                    <a:cubicBezTo>
                      <a:pt x="209551" y="182443"/>
                      <a:pt x="201733" y="174625"/>
                      <a:pt x="192089" y="174625"/>
                    </a:cubicBezTo>
                    <a:moveTo>
                      <a:pt x="104776" y="104775"/>
                    </a:moveTo>
                    <a:lnTo>
                      <a:pt x="87314" y="104775"/>
                    </a:lnTo>
                    <a:cubicBezTo>
                      <a:pt x="77670" y="104775"/>
                      <a:pt x="69851" y="112593"/>
                      <a:pt x="69851" y="122237"/>
                    </a:cubicBezTo>
                    <a:cubicBezTo>
                      <a:pt x="69851" y="131882"/>
                      <a:pt x="77670" y="139700"/>
                      <a:pt x="87314" y="139700"/>
                    </a:cubicBezTo>
                    <a:lnTo>
                      <a:pt x="104776" y="139700"/>
                    </a:lnTo>
                    <a:cubicBezTo>
                      <a:pt x="114421" y="139700"/>
                      <a:pt x="122239" y="131882"/>
                      <a:pt x="122239" y="122237"/>
                    </a:cubicBezTo>
                    <a:cubicBezTo>
                      <a:pt x="122239" y="112593"/>
                      <a:pt x="114421" y="104775"/>
                      <a:pt x="104776" y="104775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081570" y="2414570"/>
                <a:ext cx="69867" cy="69867"/>
              </a:xfrm>
              <a:custGeom>
                <a:avLst/>
                <a:gdLst/>
                <a:ahLst/>
                <a:cxnLst/>
                <a:rect l="l" t="t" r="r" b="b"/>
                <a:pathLst>
                  <a:path w="69867" h="69867">
                    <a:moveTo>
                      <a:pt x="69867" y="69867"/>
                    </a:moveTo>
                    <a:lnTo>
                      <a:pt x="17" y="698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810506" y="3082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整理接口文档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12792" y="3473768"/>
              <a:ext cx="218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GB2312 编码 · 无前端加密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7753350" y="2590800"/>
            <a:ext cx="457200" cy="342900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24" name="flow-node-3"/>
          <p:cNvGrpSpPr/>
          <p:nvPr/>
        </p:nvGrpSpPr>
        <p:grpSpPr>
          <a:xfrm>
            <a:off x="8343900" y="2057400"/>
            <a:ext cx="3162300" cy="1905000"/>
            <a:chOff x="8343900" y="2057400"/>
            <a:chExt cx="31623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343900" y="2057400"/>
              <a:ext cx="3162300" cy="19050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671506" y="2385006"/>
              <a:ext cx="373487" cy="373487"/>
            </a:xfrm>
            <a:custGeom>
              <a:avLst/>
              <a:gdLst/>
              <a:ahLst/>
              <a:cxnLst/>
              <a:rect l="l" t="t" r="r" b="b"/>
              <a:pathLst>
                <a:path w="373487" h="373487">
                  <a:moveTo>
                    <a:pt x="232967" y="48458"/>
                  </a:moveTo>
                  <a:cubicBezTo>
                    <a:pt x="233917" y="52380"/>
                    <a:pt x="236682" y="55613"/>
                    <a:pt x="240410" y="57159"/>
                  </a:cubicBezTo>
                  <a:cubicBezTo>
                    <a:pt x="244137" y="58705"/>
                    <a:pt x="248379" y="58379"/>
                    <a:pt x="251826" y="56282"/>
                  </a:cubicBezTo>
                  <a:cubicBezTo>
                    <a:pt x="294417" y="30350"/>
                    <a:pt x="343155" y="79070"/>
                    <a:pt x="317223" y="121661"/>
                  </a:cubicBezTo>
                  <a:cubicBezTo>
                    <a:pt x="315125" y="125106"/>
                    <a:pt x="314797" y="129345"/>
                    <a:pt x="316340" y="133072"/>
                  </a:cubicBezTo>
                  <a:cubicBezTo>
                    <a:pt x="317882" y="136799"/>
                    <a:pt x="321110" y="139566"/>
                    <a:pt x="325029" y="140520"/>
                  </a:cubicBezTo>
                  <a:cubicBezTo>
                    <a:pt x="373487" y="152273"/>
                    <a:pt x="373487" y="221197"/>
                    <a:pt x="325029" y="232967"/>
                  </a:cubicBezTo>
                  <a:cubicBezTo>
                    <a:pt x="321107" y="233917"/>
                    <a:pt x="317874" y="236682"/>
                    <a:pt x="316328" y="240410"/>
                  </a:cubicBezTo>
                  <a:cubicBezTo>
                    <a:pt x="314782" y="244137"/>
                    <a:pt x="315108" y="248379"/>
                    <a:pt x="317206" y="251826"/>
                  </a:cubicBezTo>
                  <a:cubicBezTo>
                    <a:pt x="343138" y="294417"/>
                    <a:pt x="294417" y="343155"/>
                    <a:pt x="251826" y="317223"/>
                  </a:cubicBezTo>
                  <a:cubicBezTo>
                    <a:pt x="248381" y="315125"/>
                    <a:pt x="244142" y="314797"/>
                    <a:pt x="240415" y="316340"/>
                  </a:cubicBezTo>
                  <a:cubicBezTo>
                    <a:pt x="236689" y="317882"/>
                    <a:pt x="233921" y="321110"/>
                    <a:pt x="232967" y="325029"/>
                  </a:cubicBezTo>
                  <a:cubicBezTo>
                    <a:pt x="221215" y="373487"/>
                    <a:pt x="152290" y="373487"/>
                    <a:pt x="140520" y="325029"/>
                  </a:cubicBezTo>
                  <a:cubicBezTo>
                    <a:pt x="139570" y="321107"/>
                    <a:pt x="136805" y="317874"/>
                    <a:pt x="133077" y="316328"/>
                  </a:cubicBezTo>
                  <a:cubicBezTo>
                    <a:pt x="129350" y="314782"/>
                    <a:pt x="125108" y="315108"/>
                    <a:pt x="121661" y="317206"/>
                  </a:cubicBezTo>
                  <a:cubicBezTo>
                    <a:pt x="79070" y="343138"/>
                    <a:pt x="30332" y="294417"/>
                    <a:pt x="56264" y="251826"/>
                  </a:cubicBezTo>
                  <a:cubicBezTo>
                    <a:pt x="58362" y="248381"/>
                    <a:pt x="58690" y="244142"/>
                    <a:pt x="57148" y="240415"/>
                  </a:cubicBezTo>
                  <a:cubicBezTo>
                    <a:pt x="55605" y="236689"/>
                    <a:pt x="52377" y="233921"/>
                    <a:pt x="48458" y="232967"/>
                  </a:cubicBezTo>
                  <a:cubicBezTo>
                    <a:pt x="0" y="221215"/>
                    <a:pt x="0" y="152290"/>
                    <a:pt x="48458" y="140520"/>
                  </a:cubicBezTo>
                  <a:cubicBezTo>
                    <a:pt x="52380" y="139570"/>
                    <a:pt x="55613" y="136805"/>
                    <a:pt x="57159" y="133077"/>
                  </a:cubicBezTo>
                  <a:cubicBezTo>
                    <a:pt x="58705" y="129350"/>
                    <a:pt x="58379" y="125108"/>
                    <a:pt x="56282" y="121661"/>
                  </a:cubicBezTo>
                  <a:cubicBezTo>
                    <a:pt x="30350" y="79070"/>
                    <a:pt x="79070" y="30332"/>
                    <a:pt x="121661" y="56264"/>
                  </a:cubicBezTo>
                  <a:cubicBezTo>
                    <a:pt x="125103" y="58378"/>
                    <a:pt x="129349" y="58715"/>
                    <a:pt x="133081" y="57170"/>
                  </a:cubicBezTo>
                  <a:cubicBezTo>
                    <a:pt x="136813" y="55626"/>
                    <a:pt x="139579" y="52386"/>
                    <a:pt x="140520" y="48458"/>
                  </a:cubicBezTo>
                  <a:cubicBezTo>
                    <a:pt x="152273" y="0"/>
                    <a:pt x="221197" y="0"/>
                    <a:pt x="232967" y="48458"/>
                  </a:cubicBezTo>
                  <a:close/>
                  <a:moveTo>
                    <a:pt x="186744" y="134356"/>
                  </a:moveTo>
                  <a:cubicBezTo>
                    <a:pt x="157811" y="134356"/>
                    <a:pt x="134356" y="157811"/>
                    <a:pt x="134356" y="186744"/>
                  </a:cubicBezTo>
                  <a:cubicBezTo>
                    <a:pt x="134356" y="215676"/>
                    <a:pt x="157811" y="239131"/>
                    <a:pt x="186744" y="239131"/>
                  </a:cubicBezTo>
                  <a:cubicBezTo>
                    <a:pt x="215676" y="239131"/>
                    <a:pt x="239131" y="215676"/>
                    <a:pt x="239131" y="186744"/>
                  </a:cubicBezTo>
                  <a:cubicBezTo>
                    <a:pt x="239131" y="157811"/>
                    <a:pt x="215676" y="134356"/>
                    <a:pt x="186744" y="13435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39556" y="3082290"/>
              <a:ext cx="2351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HttpClient 模拟提交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1842" y="34737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秒超时 · 不走代理</a:t>
              </a:r>
            </a:p>
          </p:txBody>
        </p:sp>
      </p:grpSp>
      <p:grpSp>
        <p:nvGrpSpPr>
          <p:cNvPr id="29" name="finding-band"/>
          <p:cNvGrpSpPr/>
          <p:nvPr/>
        </p:nvGrpSpPr>
        <p:grpSpPr>
          <a:xfrm>
            <a:off x="685800" y="4572000"/>
            <a:ext cx="10820400" cy="1143000"/>
            <a:chOff x="685800" y="4572000"/>
            <a:chExt cx="10820400" cy="1143000"/>
          </a:xfrm>
        </p:grpSpPr>
        <p:sp>
          <p:nvSpPr>
            <p:cNvPr id="25" name="Rectangle 25"/>
            <p:cNvSpPr/>
            <p:nvPr/>
          </p:nvSpPr>
          <p:spPr>
            <a:xfrm>
              <a:off x="685800" y="4572000"/>
              <a:ext cx="10820400" cy="11430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5800" y="457200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9942" y="4845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关键发现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7656" y="5196840"/>
              <a:ext cx="82618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整个登录表单只有三个字段：</a:t>
              </a: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account · password · yys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，密码甚至不加密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85800" y="669608"/>
            <a:ext cx="3726561" cy="858393"/>
            <a:chOff x="685800" y="669608"/>
            <a:chExt cx="3726561" cy="858393"/>
          </a:xfrm>
        </p:grpSpPr>
        <p:sp>
          <p:nvSpPr>
            <p:cNvPr id="2" name="Rectangle 2"/>
            <p:cNvSpPr/>
            <p:nvPr/>
          </p:nvSpPr>
          <p:spPr>
            <a:xfrm>
              <a:off x="685800" y="6858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6498" y="66960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一台小状态机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5642" y="12639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四个状态来回切换，托盘图标就是它的表情</a:t>
              </a:r>
            </a:p>
          </p:txBody>
        </p:sp>
      </p:grpSp>
      <p:grpSp>
        <p:nvGrpSpPr>
          <p:cNvPr id="12" name="trigger-sources"/>
          <p:cNvGrpSpPr/>
          <p:nvPr/>
        </p:nvGrpSpPr>
        <p:grpSpPr>
          <a:xfrm>
            <a:off x="1143000" y="1676400"/>
            <a:ext cx="9906000" cy="533400"/>
            <a:chOff x="1143000" y="1676400"/>
            <a:chExt cx="9906000" cy="533400"/>
          </a:xfrm>
        </p:grpSpPr>
        <p:sp>
          <p:nvSpPr>
            <p:cNvPr id="6" name="Rectangle 6"/>
            <p:cNvSpPr/>
            <p:nvPr/>
          </p:nvSpPr>
          <p:spPr>
            <a:xfrm>
              <a:off x="1143000" y="1676400"/>
              <a:ext cx="26670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51825" y="1873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网络事件 · 2 秒去抖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762500" y="1676400"/>
              <a:ext cx="26670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84956" y="18735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心跳 · 每 60 秒巡检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0" y="1676400"/>
              <a:ext cx="26670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27218" y="18735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退避重试 · 5 到 60 秒</a:t>
              </a:r>
            </a:p>
          </p:txBody>
        </p:sp>
      </p:grpSp>
      <p:grpSp>
        <p:nvGrpSpPr>
          <p:cNvPr id="48" name="state-machine"/>
          <p:cNvGrpSpPr/>
          <p:nvPr/>
        </p:nvGrpSpPr>
        <p:grpSpPr>
          <a:xfrm>
            <a:off x="685800" y="2286000"/>
            <a:ext cx="10820400" cy="2391156"/>
            <a:chOff x="685800" y="2286000"/>
            <a:chExt cx="10820400" cy="2391156"/>
          </a:xfrm>
        </p:grpSpPr>
        <p:grpSp>
          <p:nvGrpSpPr>
            <p:cNvPr id="17" name="sm-converge"/>
            <p:cNvGrpSpPr/>
            <p:nvPr/>
          </p:nvGrpSpPr>
          <p:grpSpPr>
            <a:xfrm>
              <a:off x="2476500" y="2286000"/>
              <a:ext cx="8921496" cy="762000"/>
              <a:chOff x="2476500" y="2286000"/>
              <a:chExt cx="8921496" cy="762000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2476500" y="2286000"/>
                <a:ext cx="1962150" cy="762000"/>
              </a:xfrm>
              <a:prstGeom prst="line">
                <a:avLst/>
              </a:prstGeom>
              <a:noFill/>
              <a:ln w="19050">
                <a:solidFill>
                  <a:srgbClr val="5A6B62"/>
                </a:solidFill>
                <a:tailEnd type="triangle" w="lg" len="lg"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096000" y="2286000"/>
                <a:ext cx="1" cy="762000"/>
              </a:xfrm>
              <a:prstGeom prst="line">
                <a:avLst/>
              </a:prstGeom>
              <a:noFill/>
              <a:ln w="19050">
                <a:solidFill>
                  <a:srgbClr val="5A6B62"/>
                </a:solidFill>
                <a:tailEnd type="triangle" w="lg" len="lg"/>
              </a:ln>
            </p:spPr>
          </p:sp>
          <p:sp>
            <p:nvSpPr>
              <p:cNvPr id="15" name="Line 15"/>
              <p:cNvSpPr/>
              <p:nvPr/>
            </p:nvSpPr>
            <p:spPr>
              <a:xfrm flipH="1">
                <a:off x="7753350" y="2286000"/>
                <a:ext cx="1962150" cy="762000"/>
              </a:xfrm>
              <a:prstGeom prst="line">
                <a:avLst/>
              </a:prstGeom>
              <a:noFill/>
              <a:ln w="19050">
                <a:solidFill>
                  <a:srgbClr val="5A6B62"/>
                </a:solidFill>
                <a:tailEnd type="triangle" w="lg" len="lg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931908" y="24041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汇入同一条串行队列</a:t>
                </a:r>
              </a:p>
            </p:txBody>
          </p:sp>
        </p:grpSp>
        <p:grpSp>
          <p:nvGrpSpPr>
            <p:cNvPr id="20" name="sm-loop"/>
            <p:cNvGrpSpPr/>
            <p:nvPr/>
          </p:nvGrpSpPr>
          <p:grpSpPr>
            <a:xfrm>
              <a:off x="1828800" y="2366010"/>
              <a:ext cx="8382000" cy="739140"/>
              <a:chOff x="1828800" y="2366010"/>
              <a:chExt cx="8382000" cy="73914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828800" y="2552700"/>
                <a:ext cx="8382000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8382000" h="552450">
                    <a:moveTo>
                      <a:pt x="8382000" y="552450"/>
                    </a:moveTo>
                    <a:cubicBezTo>
                      <a:pt x="8382000" y="0"/>
                      <a:pt x="0" y="0"/>
                      <a:pt x="0" y="514350"/>
                    </a:cubicBezTo>
                  </a:path>
                </a:pathLst>
              </a:custGeom>
              <a:noFill/>
              <a:ln w="19050">
                <a:solidFill>
                  <a:srgbClr val="5A6B62"/>
                </a:solidFill>
                <a:prstDash val="lgDash"/>
                <a:tailEnd type="triangle" w="lg" len="lg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62348" y="2366010"/>
                <a:ext cx="32673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被踢下线 / 网络断开（心跳发现后自动重登）</a:t>
                </a:r>
              </a:p>
            </p:txBody>
          </p:sp>
        </p:grpSp>
        <p:grpSp>
          <p:nvGrpSpPr>
            <p:cNvPr id="25" name="sm-node-offline"/>
            <p:cNvGrpSpPr/>
            <p:nvPr/>
          </p:nvGrpSpPr>
          <p:grpSpPr>
            <a:xfrm>
              <a:off x="685800" y="3105150"/>
              <a:ext cx="2286000" cy="1143000"/>
              <a:chOff x="685800" y="3105150"/>
              <a:chExt cx="2286000" cy="1143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85800" y="3105150"/>
                <a:ext cx="2286000" cy="1143000"/>
              </a:xfrm>
              <a:prstGeom prst="roundRect">
                <a:avLst>
                  <a:gd name="adj" fmla="val 13333"/>
                </a:avLst>
              </a:prstGeom>
              <a:solidFill>
                <a:schemeClr val="lt2"/>
              </a:solidFill>
              <a:ln w="19050">
                <a:solidFill>
                  <a:schemeClr val="accent6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1028700" y="3390900"/>
                <a:ext cx="228600" cy="228600"/>
              </a:xfrm>
              <a:prstGeom prst="ellipse">
                <a:avLst/>
              </a:prstGeom>
              <a:solidFill>
                <a:srgbClr val="788880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400556" y="33870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离线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60704" y="3832860"/>
                <a:ext cx="11672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托盘灰色 · 待命</a:t>
                </a:r>
              </a:p>
            </p:txBody>
          </p:sp>
        </p:grpSp>
        <p:grpSp>
          <p:nvGrpSpPr>
            <p:cNvPr id="30" name="sm-node-detecting"/>
            <p:cNvGrpSpPr/>
            <p:nvPr/>
          </p:nvGrpSpPr>
          <p:grpSpPr>
            <a:xfrm>
              <a:off x="3429000" y="3105150"/>
              <a:ext cx="2286000" cy="1143000"/>
              <a:chOff x="3429000" y="3105150"/>
              <a:chExt cx="2286000" cy="1143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3429000" y="3105150"/>
                <a:ext cx="2286000" cy="1143000"/>
              </a:xfrm>
              <a:prstGeom prst="roundRect">
                <a:avLst>
                  <a:gd name="adj" fmla="val 13333"/>
                </a:avLst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3771900" y="33909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143756" y="338709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检测中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803904" y="3832860"/>
                <a:ext cx="1490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托盘蓝色 · 判断状态</a:t>
                </a:r>
              </a:p>
            </p:txBody>
          </p:sp>
        </p:grpSp>
        <p:grpSp>
          <p:nvGrpSpPr>
            <p:cNvPr id="35" name="sm-node-authing"/>
            <p:cNvGrpSpPr/>
            <p:nvPr/>
          </p:nvGrpSpPr>
          <p:grpSpPr>
            <a:xfrm>
              <a:off x="6172200" y="3105150"/>
              <a:ext cx="2286000" cy="1143000"/>
              <a:chOff x="6172200" y="3105150"/>
              <a:chExt cx="2286000" cy="1143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172200" y="3105150"/>
                <a:ext cx="2286000" cy="1143000"/>
              </a:xfrm>
              <a:prstGeom prst="roundRect">
                <a:avLst>
                  <a:gd name="adj" fmla="val 13333"/>
                </a:avLst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515100" y="3390900"/>
                <a:ext cx="228600" cy="228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886956" y="338709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认证中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47104" y="3832860"/>
                <a:ext cx="1490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托盘黄色 · 提交登录</a:t>
                </a:r>
              </a:p>
            </p:txBody>
          </p:sp>
        </p:grpSp>
        <p:grpSp>
          <p:nvGrpSpPr>
            <p:cNvPr id="40" name="sm-node-online"/>
            <p:cNvGrpSpPr/>
            <p:nvPr/>
          </p:nvGrpSpPr>
          <p:grpSpPr>
            <a:xfrm>
              <a:off x="8915400" y="3105150"/>
              <a:ext cx="2590800" cy="1143000"/>
              <a:chOff x="8915400" y="3105150"/>
              <a:chExt cx="2590800" cy="11430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8915400" y="3105150"/>
                <a:ext cx="2590800" cy="1143000"/>
              </a:xfrm>
              <a:prstGeom prst="roundRect">
                <a:avLst>
                  <a:gd name="adj" fmla="val 1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9258300" y="3390900"/>
                <a:ext cx="228600" cy="228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630156" y="33870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在线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290304" y="3832860"/>
                <a:ext cx="1490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F3ED"/>
                    </a:solidFill>
                    <a:latin typeface="+mn-lt"/>
                    <a:ea typeface="+mn-ea"/>
                    <a:cs typeface="+mn-cs"/>
                  </a:rPr>
                  <a:t>托盘绿色 · 心跳守护</a:t>
                </a:r>
              </a:p>
            </p:txBody>
          </p:sp>
        </p:grpSp>
        <p:grpSp>
          <p:nvGrpSpPr>
            <p:cNvPr id="47" name="sm-edges"/>
            <p:cNvGrpSpPr/>
            <p:nvPr/>
          </p:nvGrpSpPr>
          <p:grpSpPr>
            <a:xfrm>
              <a:off x="2971800" y="3676650"/>
              <a:ext cx="6025134" cy="1000506"/>
              <a:chOff x="2971800" y="3676650"/>
              <a:chExt cx="6025134" cy="1000506"/>
            </a:xfrm>
          </p:grpSpPr>
          <p:sp>
            <p:nvSpPr>
              <p:cNvPr id="41" name="Line 41"/>
              <p:cNvSpPr/>
              <p:nvPr/>
            </p:nvSpPr>
            <p:spPr>
              <a:xfrm>
                <a:off x="2971800" y="3676650"/>
                <a:ext cx="381000" cy="1"/>
              </a:xfrm>
              <a:prstGeom prst="line">
                <a:avLst/>
              </a:prstGeom>
              <a:noFill/>
              <a:ln w="19050">
                <a:solidFill>
                  <a:srgbClr val="5A6B62"/>
                </a:solidFill>
                <a:tailEnd type="triangle" w="lg" len="lg"/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5715000" y="3676650"/>
                <a:ext cx="381000" cy="1"/>
              </a:xfrm>
              <a:prstGeom prst="line">
                <a:avLst/>
              </a:prstGeom>
              <a:noFill/>
              <a:ln w="19050">
                <a:solidFill>
                  <a:srgbClr val="5A6B62"/>
                </a:solidFill>
                <a:tailEnd type="triangle" w="lg" len="lg"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8458200" y="3676650"/>
                <a:ext cx="381000" cy="1"/>
              </a:xfrm>
              <a:prstGeom prst="line">
                <a:avLst/>
              </a:prstGeom>
              <a:noFill/>
              <a:ln w="19050">
                <a:solidFill>
                  <a:srgbClr val="5A6B62"/>
                </a:solidFill>
                <a:tailEnd type="triangle" w="lg" len="lg"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3013710" y="44424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676138" y="444246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未认证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38566" y="44424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登录成功</a:t>
                </a:r>
              </a:p>
            </p:txBody>
          </p:sp>
        </p:grpSp>
      </p:grpSp>
      <p:grpSp>
        <p:nvGrpSpPr>
          <p:cNvPr id="51" name="state-footer"/>
          <p:cNvGrpSpPr/>
          <p:nvPr/>
        </p:nvGrpSpPr>
        <p:grpSpPr>
          <a:xfrm>
            <a:off x="685800" y="5676900"/>
            <a:ext cx="10820400" cy="533400"/>
            <a:chOff x="685800" y="5676900"/>
            <a:chExt cx="10820400" cy="533400"/>
          </a:xfrm>
        </p:grpSpPr>
        <p:sp>
          <p:nvSpPr>
            <p:cNvPr id="49" name="Rectangle 49"/>
            <p:cNvSpPr/>
            <p:nvPr/>
          </p:nvSpPr>
          <p:spPr>
            <a:xfrm>
              <a:off x="685800" y="5676900"/>
              <a:ext cx="10820400" cy="533400"/>
            </a:xfrm>
            <a:prstGeom prst="roundRect">
              <a:avLst>
                <a:gd name="adj" fmla="val 28571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63290" y="58578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所有检测排成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一条串行队列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：绝不并发登录、绝不重复提交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85800" y="669608"/>
            <a:ext cx="4453509" cy="858393"/>
            <a:chOff x="685800" y="669608"/>
            <a:chExt cx="4453509" cy="858393"/>
          </a:xfrm>
        </p:grpSpPr>
        <p:sp>
          <p:nvSpPr>
            <p:cNvPr id="2" name="Rectangle 2"/>
            <p:cNvSpPr/>
            <p:nvPr/>
          </p:nvSpPr>
          <p:spPr>
            <a:xfrm>
              <a:off x="685800" y="6858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6498" y="669608"/>
              <a:ext cx="26420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专治"假在线"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5642" y="126396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挂机久了图标变地球？门户在说谎，软件替你戳穿它</a:t>
              </a:r>
            </a:p>
          </p:txBody>
        </p:sp>
      </p:grpSp>
      <p:grpSp>
        <p:nvGrpSpPr>
          <p:cNvPr id="10" name="contrast-portal"/>
          <p:cNvGrpSpPr/>
          <p:nvPr/>
        </p:nvGrpSpPr>
        <p:grpSpPr>
          <a:xfrm>
            <a:off x="685800" y="1828800"/>
            <a:ext cx="4762500" cy="1333500"/>
            <a:chOff x="685800" y="1828800"/>
            <a:chExt cx="4762500" cy="1333500"/>
          </a:xfrm>
        </p:grpSpPr>
        <p:sp>
          <p:nvSpPr>
            <p:cNvPr id="6" name="Rectangle 6"/>
            <p:cNvSpPr/>
            <p:nvPr/>
          </p:nvSpPr>
          <p:spPr>
            <a:xfrm>
              <a:off x="685800" y="1828800"/>
              <a:ext cx="4762500" cy="133350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017618" y="2149475"/>
              <a:ext cx="365046" cy="349436"/>
            </a:xfrm>
            <a:custGeom>
              <a:avLst/>
              <a:gdLst/>
              <a:ahLst/>
              <a:cxnLst/>
              <a:rect l="l" t="t" r="r" b="b"/>
              <a:pathLst>
                <a:path w="365046" h="349436">
                  <a:moveTo>
                    <a:pt x="182497" y="0"/>
                  </a:moveTo>
                  <a:lnTo>
                    <a:pt x="184557" y="122"/>
                  </a:lnTo>
                  <a:lnTo>
                    <a:pt x="185588" y="262"/>
                  </a:lnTo>
                  <a:lnTo>
                    <a:pt x="186653" y="489"/>
                  </a:lnTo>
                  <a:lnTo>
                    <a:pt x="188591" y="1083"/>
                  </a:lnTo>
                  <a:cubicBezTo>
                    <a:pt x="189930" y="1576"/>
                    <a:pt x="191203" y="2233"/>
                    <a:pt x="192380" y="3038"/>
                  </a:cubicBezTo>
                  <a:lnTo>
                    <a:pt x="194197" y="4470"/>
                  </a:lnTo>
                  <a:lnTo>
                    <a:pt x="198649" y="8277"/>
                  </a:lnTo>
                  <a:cubicBezTo>
                    <a:pt x="233877" y="37537"/>
                    <a:pt x="278398" y="53248"/>
                    <a:pt x="324187" y="52579"/>
                  </a:cubicBezTo>
                  <a:lnTo>
                    <a:pt x="330159" y="52405"/>
                  </a:lnTo>
                  <a:cubicBezTo>
                    <a:pt x="338195" y="52038"/>
                    <a:pt x="345441" y="57208"/>
                    <a:pt x="347709" y="64925"/>
                  </a:cubicBezTo>
                  <a:cubicBezTo>
                    <a:pt x="365046" y="123901"/>
                    <a:pt x="357725" y="187386"/>
                    <a:pt x="327420" y="240868"/>
                  </a:cubicBezTo>
                  <a:cubicBezTo>
                    <a:pt x="297115" y="294350"/>
                    <a:pt x="246416" y="333255"/>
                    <a:pt x="186915" y="348691"/>
                  </a:cubicBezTo>
                  <a:cubicBezTo>
                    <a:pt x="184040" y="349436"/>
                    <a:pt x="181023" y="349436"/>
                    <a:pt x="178149" y="348691"/>
                  </a:cubicBezTo>
                  <a:cubicBezTo>
                    <a:pt x="118644" y="333259"/>
                    <a:pt x="67941" y="294355"/>
                    <a:pt x="37632" y="240873"/>
                  </a:cubicBezTo>
                  <a:cubicBezTo>
                    <a:pt x="7323" y="187391"/>
                    <a:pt x="0" y="123903"/>
                    <a:pt x="17337" y="64925"/>
                  </a:cubicBezTo>
                  <a:cubicBezTo>
                    <a:pt x="19605" y="57208"/>
                    <a:pt x="26851" y="52038"/>
                    <a:pt x="34886" y="52405"/>
                  </a:cubicBezTo>
                  <a:cubicBezTo>
                    <a:pt x="82689" y="54590"/>
                    <a:pt x="129587" y="38854"/>
                    <a:pt x="166396" y="8277"/>
                  </a:cubicBezTo>
                  <a:lnTo>
                    <a:pt x="170989" y="4348"/>
                  </a:lnTo>
                  <a:lnTo>
                    <a:pt x="172665" y="3038"/>
                  </a:lnTo>
                  <a:cubicBezTo>
                    <a:pt x="173843" y="2233"/>
                    <a:pt x="175116" y="1576"/>
                    <a:pt x="176455" y="1083"/>
                  </a:cubicBezTo>
                  <a:lnTo>
                    <a:pt x="178410" y="489"/>
                  </a:lnTo>
                  <a:cubicBezTo>
                    <a:pt x="179095" y="324"/>
                    <a:pt x="179789" y="201"/>
                    <a:pt x="180488" y="122"/>
                  </a:cubicBezTo>
                  <a:lnTo>
                    <a:pt x="182497" y="0"/>
                  </a:lnTo>
                  <a:close/>
                  <a:moveTo>
                    <a:pt x="247282" y="127354"/>
                  </a:moveTo>
                  <a:cubicBezTo>
                    <a:pt x="244007" y="124075"/>
                    <a:pt x="239562" y="122232"/>
                    <a:pt x="234928" y="122232"/>
                  </a:cubicBezTo>
                  <a:cubicBezTo>
                    <a:pt x="230293" y="122232"/>
                    <a:pt x="225848" y="124075"/>
                    <a:pt x="222573" y="127354"/>
                  </a:cubicBezTo>
                  <a:lnTo>
                    <a:pt x="165069" y="184840"/>
                  </a:lnTo>
                  <a:lnTo>
                    <a:pt x="142490" y="162279"/>
                  </a:lnTo>
                  <a:lnTo>
                    <a:pt x="140849" y="160829"/>
                  </a:lnTo>
                  <a:cubicBezTo>
                    <a:pt x="133565" y="155197"/>
                    <a:pt x="123159" y="156188"/>
                    <a:pt x="117069" y="163095"/>
                  </a:cubicBezTo>
                  <a:cubicBezTo>
                    <a:pt x="110979" y="170001"/>
                    <a:pt x="111299" y="180449"/>
                    <a:pt x="117798" y="186971"/>
                  </a:cubicBezTo>
                  <a:lnTo>
                    <a:pt x="152723" y="221896"/>
                  </a:lnTo>
                  <a:lnTo>
                    <a:pt x="154365" y="223345"/>
                  </a:lnTo>
                  <a:cubicBezTo>
                    <a:pt x="161316" y="228737"/>
                    <a:pt x="171194" y="228116"/>
                    <a:pt x="177415" y="221896"/>
                  </a:cubicBezTo>
                  <a:lnTo>
                    <a:pt x="247265" y="152046"/>
                  </a:lnTo>
                  <a:lnTo>
                    <a:pt x="248714" y="150404"/>
                  </a:lnTo>
                  <a:cubicBezTo>
                    <a:pt x="254107" y="143453"/>
                    <a:pt x="253486" y="133575"/>
                    <a:pt x="247265" y="1273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91056" y="2091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门户状态页说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91056" y="2510790"/>
              <a:ext cx="1355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"已在线" ✓</a:t>
              </a:r>
            </a:p>
          </p:txBody>
        </p:sp>
      </p:grpSp>
      <p:grpSp>
        <p:nvGrpSpPr>
          <p:cNvPr id="14" name="contrast-badge"/>
          <p:cNvGrpSpPr/>
          <p:nvPr/>
        </p:nvGrpSpPr>
        <p:grpSpPr>
          <a:xfrm>
            <a:off x="5600700" y="2152650"/>
            <a:ext cx="990600" cy="685800"/>
            <a:chOff x="5600700" y="2152650"/>
            <a:chExt cx="990600" cy="685800"/>
          </a:xfrm>
        </p:grpSpPr>
        <p:sp>
          <p:nvSpPr>
            <p:cNvPr id="11" name="Rectangle 11"/>
            <p:cNvSpPr/>
            <p:nvPr/>
          </p:nvSpPr>
          <p:spPr>
            <a:xfrm>
              <a:off x="5600700" y="2152650"/>
              <a:ext cx="990600" cy="685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44540" y="22440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矛盾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97363" y="2591752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3DC"/>
                  </a:solidFill>
                  <a:latin typeface="+mn-lt"/>
                  <a:ea typeface="+mn-ea"/>
                  <a:cs typeface="+mn-cs"/>
                </a:rPr>
                <a:t>连续 2 次</a:t>
              </a:r>
            </a:p>
          </p:txBody>
        </p:sp>
      </p:grpSp>
      <p:grpSp>
        <p:nvGrpSpPr>
          <p:cNvPr id="28" name="contrast-windows"/>
          <p:cNvGrpSpPr/>
          <p:nvPr/>
        </p:nvGrpSpPr>
        <p:grpSpPr>
          <a:xfrm>
            <a:off x="6743700" y="1828800"/>
            <a:ext cx="4762500" cy="1333500"/>
            <a:chOff x="6743700" y="1828800"/>
            <a:chExt cx="4762500" cy="1333500"/>
          </a:xfrm>
        </p:grpSpPr>
        <p:sp>
          <p:nvSpPr>
            <p:cNvPr id="15" name="Rectangle 15"/>
            <p:cNvSpPr/>
            <p:nvPr/>
          </p:nvSpPr>
          <p:spPr>
            <a:xfrm>
              <a:off x="6743700" y="1828800"/>
              <a:ext cx="4762500" cy="1333500"/>
            </a:xfrm>
            <a:prstGeom prst="roundRect">
              <a:avLst>
                <a:gd name="adj" fmla="val 11429"/>
              </a:avLst>
            </a:prstGeom>
            <a:solidFill>
              <a:srgbClr val="EDF3F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082225" y="2149929"/>
              <a:ext cx="351626" cy="348323"/>
              <a:chOff x="7082225" y="2149929"/>
              <a:chExt cx="351626" cy="34832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270815" y="2393949"/>
                <a:ext cx="147278" cy="104303"/>
              </a:xfrm>
              <a:custGeom>
                <a:avLst/>
                <a:gdLst/>
                <a:ahLst/>
                <a:cxnLst/>
                <a:rect l="l" t="t" r="r" b="b"/>
                <a:pathLst>
                  <a:path w="147278" h="104303">
                    <a:moveTo>
                      <a:pt x="147278" y="0"/>
                    </a:moveTo>
                    <a:cubicBezTo>
                      <a:pt x="121349" y="59408"/>
                      <a:pt x="64646" y="99565"/>
                      <a:pt x="0" y="104303"/>
                    </a:cubicBezTo>
                    <a:cubicBezTo>
                      <a:pt x="4472" y="103238"/>
                      <a:pt x="8343" y="100452"/>
                      <a:pt x="10774" y="96550"/>
                    </a:cubicBezTo>
                    <a:cubicBezTo>
                      <a:pt x="29335" y="66817"/>
                      <a:pt x="42792" y="34190"/>
                      <a:pt x="50589" y="1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098006" y="2393949"/>
                <a:ext cx="147261" cy="104303"/>
              </a:xfrm>
              <a:custGeom>
                <a:avLst/>
                <a:gdLst/>
                <a:ahLst/>
                <a:cxnLst/>
                <a:rect l="l" t="t" r="r" b="b"/>
                <a:pathLst>
                  <a:path w="147261" h="104303">
                    <a:moveTo>
                      <a:pt x="96690" y="0"/>
                    </a:moveTo>
                    <a:cubicBezTo>
                      <a:pt x="104482" y="34184"/>
                      <a:pt x="117940" y="66824"/>
                      <a:pt x="136504" y="96567"/>
                    </a:cubicBezTo>
                    <a:cubicBezTo>
                      <a:pt x="138934" y="100459"/>
                      <a:pt x="142798" y="103238"/>
                      <a:pt x="147261" y="104303"/>
                    </a:cubicBezTo>
                    <a:cubicBezTo>
                      <a:pt x="82621" y="99558"/>
                      <a:pt x="25927" y="59402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30634" y="2393949"/>
                <a:ext cx="54832" cy="67824"/>
              </a:xfrm>
              <a:custGeom>
                <a:avLst/>
                <a:gdLst/>
                <a:ahLst/>
                <a:cxnLst/>
                <a:rect l="l" t="t" r="r" b="b"/>
                <a:pathLst>
                  <a:path w="54832" h="67824">
                    <a:moveTo>
                      <a:pt x="54832" y="0"/>
                    </a:moveTo>
                    <a:cubicBezTo>
                      <a:pt x="48706" y="23712"/>
                      <a:pt x="39488" y="46515"/>
                      <a:pt x="27416" y="67824"/>
                    </a:cubicBezTo>
                    <a:cubicBezTo>
                      <a:pt x="15344" y="46515"/>
                      <a:pt x="6127" y="23712"/>
                      <a:pt x="0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082225" y="2289175"/>
                <a:ext cx="106569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6569" h="69850">
                    <a:moveTo>
                      <a:pt x="106569" y="0"/>
                    </a:moveTo>
                    <a:cubicBezTo>
                      <a:pt x="103974" y="23211"/>
                      <a:pt x="103974" y="46639"/>
                      <a:pt x="106569" y="69850"/>
                    </a:cubicBezTo>
                    <a:lnTo>
                      <a:pt x="4728" y="69850"/>
                    </a:lnTo>
                    <a:cubicBezTo>
                      <a:pt x="12" y="46807"/>
                      <a:pt x="0" y="23048"/>
                      <a:pt x="46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21041" y="2289175"/>
                <a:ext cx="7401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74017" h="69850">
                    <a:moveTo>
                      <a:pt x="71095" y="0"/>
                    </a:moveTo>
                    <a:cubicBezTo>
                      <a:pt x="74017" y="23192"/>
                      <a:pt x="74017" y="46658"/>
                      <a:pt x="71095" y="69850"/>
                    </a:cubicBezTo>
                    <a:lnTo>
                      <a:pt x="2922" y="69850"/>
                    </a:lnTo>
                    <a:cubicBezTo>
                      <a:pt x="0" y="46658"/>
                      <a:pt x="0" y="23192"/>
                      <a:pt x="29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327306" y="2289175"/>
                <a:ext cx="10654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6545" h="69850">
                    <a:moveTo>
                      <a:pt x="101876" y="0"/>
                    </a:moveTo>
                    <a:cubicBezTo>
                      <a:pt x="106545" y="23050"/>
                      <a:pt x="106533" y="46804"/>
                      <a:pt x="101841" y="69850"/>
                    </a:cubicBezTo>
                    <a:lnTo>
                      <a:pt x="0" y="69850"/>
                    </a:lnTo>
                    <a:cubicBezTo>
                      <a:pt x="2602" y="46642"/>
                      <a:pt x="2602" y="23225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097954" y="2149946"/>
                <a:ext cx="147296" cy="104303"/>
              </a:xfrm>
              <a:custGeom>
                <a:avLst/>
                <a:gdLst/>
                <a:ahLst/>
                <a:cxnLst/>
                <a:rect l="l" t="t" r="r" b="b"/>
                <a:pathLst>
                  <a:path w="147296" h="104303">
                    <a:moveTo>
                      <a:pt x="147296" y="0"/>
                    </a:moveTo>
                    <a:cubicBezTo>
                      <a:pt x="142837" y="1074"/>
                      <a:pt x="138979" y="3859"/>
                      <a:pt x="136557" y="7753"/>
                    </a:cubicBezTo>
                    <a:cubicBezTo>
                      <a:pt x="117994" y="37491"/>
                      <a:pt x="104537" y="70125"/>
                      <a:pt x="96742" y="104303"/>
                    </a:cubicBezTo>
                    <a:lnTo>
                      <a:pt x="0" y="104303"/>
                    </a:lnTo>
                    <a:cubicBezTo>
                      <a:pt x="25700" y="45484"/>
                      <a:pt x="81570" y="5483"/>
                      <a:pt x="145532" y="10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30634" y="2186426"/>
                <a:ext cx="54832" cy="67842"/>
              </a:xfrm>
              <a:custGeom>
                <a:avLst/>
                <a:gdLst/>
                <a:ahLst/>
                <a:cxnLst/>
                <a:rect l="l" t="t" r="r" b="b"/>
                <a:pathLst>
                  <a:path w="54832" h="67842">
                    <a:moveTo>
                      <a:pt x="27416" y="0"/>
                    </a:moveTo>
                    <a:cubicBezTo>
                      <a:pt x="39489" y="21314"/>
                      <a:pt x="48707" y="44124"/>
                      <a:pt x="54832" y="67842"/>
                    </a:cubicBezTo>
                    <a:lnTo>
                      <a:pt x="0" y="67842"/>
                    </a:lnTo>
                    <a:cubicBezTo>
                      <a:pt x="5937" y="44844"/>
                      <a:pt x="14843" y="22439"/>
                      <a:pt x="26718" y="118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70850" y="2149929"/>
                <a:ext cx="147296" cy="104321"/>
              </a:xfrm>
              <a:custGeom>
                <a:avLst/>
                <a:gdLst/>
                <a:ahLst/>
                <a:cxnLst/>
                <a:rect l="l" t="t" r="r" b="b"/>
                <a:pathLst>
                  <a:path w="147296" h="104321">
                    <a:moveTo>
                      <a:pt x="0" y="0"/>
                    </a:moveTo>
                    <a:cubicBezTo>
                      <a:pt x="64643" y="4774"/>
                      <a:pt x="121337" y="44927"/>
                      <a:pt x="147296" y="104321"/>
                    </a:cubicBezTo>
                    <a:lnTo>
                      <a:pt x="50554" y="104321"/>
                    </a:lnTo>
                    <a:cubicBezTo>
                      <a:pt x="42761" y="70136"/>
                      <a:pt x="29304" y="37497"/>
                      <a:pt x="10739" y="7753"/>
                    </a:cubicBezTo>
                    <a:cubicBezTo>
                      <a:pt x="8639" y="4388"/>
                      <a:pt x="5455" y="1838"/>
                      <a:pt x="1711" y="5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648956" y="2091690"/>
              <a:ext cx="18481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Windows 网络说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48956" y="2510790"/>
              <a:ext cx="20148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"无 Internet" ✗</a:t>
              </a:r>
            </a:p>
          </p:txBody>
        </p:sp>
      </p:grpSp>
      <p:grpSp>
        <p:nvGrpSpPr>
          <p:cNvPr id="39" name="heal-timeline"/>
          <p:cNvGrpSpPr/>
          <p:nvPr/>
        </p:nvGrpSpPr>
        <p:grpSpPr>
          <a:xfrm>
            <a:off x="908761" y="4152900"/>
            <a:ext cx="6711239" cy="981456"/>
            <a:chOff x="908761" y="4152900"/>
            <a:chExt cx="6711239" cy="981456"/>
          </a:xfrm>
        </p:grpSpPr>
        <p:sp>
          <p:nvSpPr>
            <p:cNvPr id="29" name="Line 29"/>
            <p:cNvSpPr/>
            <p:nvPr/>
          </p:nvSpPr>
          <p:spPr>
            <a:xfrm>
              <a:off x="1333500" y="4248150"/>
              <a:ext cx="62865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0" name="Ellipse 30"/>
            <p:cNvSpPr/>
            <p:nvPr/>
          </p:nvSpPr>
          <p:spPr>
            <a:xfrm>
              <a:off x="1619250" y="41529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714750" y="41529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572250" y="4152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1839" y="461676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2 分钟探测外网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761" y="489966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generate_204 双通道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9076" y="4616768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 2 次矛盾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11195" y="4899660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判定"假在线"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97168" y="4616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下线重登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14263" y="489966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重建出口约 4-6 分钟</a:t>
              </a:r>
            </a:p>
          </p:txBody>
        </p:sp>
      </p:grpSp>
      <p:grpSp>
        <p:nvGrpSpPr>
          <p:cNvPr id="45" name="guardrail-card"/>
          <p:cNvGrpSpPr/>
          <p:nvPr/>
        </p:nvGrpSpPr>
        <p:grpSpPr>
          <a:xfrm>
            <a:off x="8648700" y="3771900"/>
            <a:ext cx="2857500" cy="1524000"/>
            <a:chOff x="8648700" y="3771900"/>
            <a:chExt cx="2857500" cy="1524000"/>
          </a:xfrm>
        </p:grpSpPr>
        <p:sp>
          <p:nvSpPr>
            <p:cNvPr id="40" name="Rectangle 40"/>
            <p:cNvSpPr/>
            <p:nvPr/>
          </p:nvSpPr>
          <p:spPr>
            <a:xfrm>
              <a:off x="8648700" y="3771900"/>
              <a:ext cx="2857500" cy="1524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10650" y="3947160"/>
              <a:ext cx="110812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08921" y="40833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分钟内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45268" y="4369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最多自愈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40546" y="48615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护栏防死循环，超限改人工提醒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3059430" y="5819775"/>
            <a:ext cx="60731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自愈成功气泡只提醒一次，反复失败才会请你</a:t>
            </a:r>
            <a:r>
              <a: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查套餐或联系网络中心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85800" y="669608"/>
            <a:ext cx="2999613" cy="858393"/>
            <a:chOff x="685800" y="669608"/>
            <a:chExt cx="2999613" cy="858393"/>
          </a:xfrm>
        </p:grpSpPr>
        <p:sp>
          <p:nvSpPr>
            <p:cNvPr id="2" name="Rectangle 2"/>
            <p:cNvSpPr/>
            <p:nvPr/>
          </p:nvSpPr>
          <p:spPr>
            <a:xfrm>
              <a:off x="685800" y="6858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6498" y="669608"/>
              <a:ext cx="13041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放心用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5642" y="12639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三行字说清安全，一个链接拿到手</a:t>
              </a:r>
            </a:p>
          </p:txBody>
        </p:sp>
      </p:grpSp>
      <p:grpSp>
        <p:nvGrpSpPr>
          <p:cNvPr id="10" name="security-row-1"/>
          <p:cNvGrpSpPr/>
          <p:nvPr/>
        </p:nvGrpSpPr>
        <p:grpSpPr>
          <a:xfrm>
            <a:off x="685800" y="1828800"/>
            <a:ext cx="6477000" cy="952500"/>
            <a:chOff x="685800" y="1828800"/>
            <a:chExt cx="6477000" cy="952500"/>
          </a:xfrm>
        </p:grpSpPr>
        <p:sp>
          <p:nvSpPr>
            <p:cNvPr id="6" name="Rectangle 6"/>
            <p:cNvSpPr/>
            <p:nvPr/>
          </p:nvSpPr>
          <p:spPr>
            <a:xfrm>
              <a:off x="685800" y="1828800"/>
              <a:ext cx="6477000" cy="95250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017618" y="2130425"/>
              <a:ext cx="365046" cy="349436"/>
            </a:xfrm>
            <a:custGeom>
              <a:avLst/>
              <a:gdLst/>
              <a:ahLst/>
              <a:cxnLst/>
              <a:rect l="l" t="t" r="r" b="b"/>
              <a:pathLst>
                <a:path w="365046" h="349436">
                  <a:moveTo>
                    <a:pt x="182497" y="0"/>
                  </a:moveTo>
                  <a:lnTo>
                    <a:pt x="184557" y="122"/>
                  </a:lnTo>
                  <a:lnTo>
                    <a:pt x="185588" y="262"/>
                  </a:lnTo>
                  <a:lnTo>
                    <a:pt x="186653" y="489"/>
                  </a:lnTo>
                  <a:lnTo>
                    <a:pt x="188591" y="1083"/>
                  </a:lnTo>
                  <a:cubicBezTo>
                    <a:pt x="189930" y="1576"/>
                    <a:pt x="191203" y="2233"/>
                    <a:pt x="192380" y="3038"/>
                  </a:cubicBezTo>
                  <a:lnTo>
                    <a:pt x="194197" y="4470"/>
                  </a:lnTo>
                  <a:lnTo>
                    <a:pt x="198649" y="8277"/>
                  </a:lnTo>
                  <a:cubicBezTo>
                    <a:pt x="233877" y="37537"/>
                    <a:pt x="278398" y="53248"/>
                    <a:pt x="324187" y="52579"/>
                  </a:cubicBezTo>
                  <a:lnTo>
                    <a:pt x="330159" y="52405"/>
                  </a:lnTo>
                  <a:cubicBezTo>
                    <a:pt x="338195" y="52038"/>
                    <a:pt x="345441" y="57208"/>
                    <a:pt x="347709" y="64925"/>
                  </a:cubicBezTo>
                  <a:cubicBezTo>
                    <a:pt x="365046" y="123901"/>
                    <a:pt x="357725" y="187386"/>
                    <a:pt x="327420" y="240868"/>
                  </a:cubicBezTo>
                  <a:cubicBezTo>
                    <a:pt x="297115" y="294350"/>
                    <a:pt x="246416" y="333255"/>
                    <a:pt x="186915" y="348691"/>
                  </a:cubicBezTo>
                  <a:cubicBezTo>
                    <a:pt x="184040" y="349436"/>
                    <a:pt x="181023" y="349436"/>
                    <a:pt x="178149" y="348691"/>
                  </a:cubicBezTo>
                  <a:cubicBezTo>
                    <a:pt x="118644" y="333259"/>
                    <a:pt x="67941" y="294355"/>
                    <a:pt x="37632" y="240873"/>
                  </a:cubicBezTo>
                  <a:cubicBezTo>
                    <a:pt x="7323" y="187391"/>
                    <a:pt x="0" y="123903"/>
                    <a:pt x="17337" y="64925"/>
                  </a:cubicBezTo>
                  <a:cubicBezTo>
                    <a:pt x="19605" y="57208"/>
                    <a:pt x="26851" y="52038"/>
                    <a:pt x="34886" y="52405"/>
                  </a:cubicBezTo>
                  <a:cubicBezTo>
                    <a:pt x="82689" y="54590"/>
                    <a:pt x="129587" y="38854"/>
                    <a:pt x="166396" y="8277"/>
                  </a:cubicBezTo>
                  <a:lnTo>
                    <a:pt x="170989" y="4348"/>
                  </a:lnTo>
                  <a:lnTo>
                    <a:pt x="172665" y="3038"/>
                  </a:lnTo>
                  <a:cubicBezTo>
                    <a:pt x="173843" y="2233"/>
                    <a:pt x="175116" y="1576"/>
                    <a:pt x="176455" y="1083"/>
                  </a:cubicBezTo>
                  <a:lnTo>
                    <a:pt x="178410" y="489"/>
                  </a:lnTo>
                  <a:cubicBezTo>
                    <a:pt x="179095" y="324"/>
                    <a:pt x="179789" y="201"/>
                    <a:pt x="180488" y="122"/>
                  </a:cubicBezTo>
                  <a:lnTo>
                    <a:pt x="182497" y="0"/>
                  </a:lnTo>
                  <a:close/>
                  <a:moveTo>
                    <a:pt x="182532" y="122237"/>
                  </a:moveTo>
                  <a:cubicBezTo>
                    <a:pt x="164255" y="122231"/>
                    <a:pt x="149065" y="136318"/>
                    <a:pt x="147694" y="154543"/>
                  </a:cubicBezTo>
                  <a:lnTo>
                    <a:pt x="147607" y="157162"/>
                  </a:lnTo>
                  <a:lnTo>
                    <a:pt x="147694" y="159782"/>
                  </a:lnTo>
                  <a:cubicBezTo>
                    <a:pt x="148568" y="171290"/>
                    <a:pt x="155071" y="181623"/>
                    <a:pt x="165069" y="187390"/>
                  </a:cubicBezTo>
                  <a:lnTo>
                    <a:pt x="165069" y="218281"/>
                  </a:lnTo>
                  <a:lnTo>
                    <a:pt x="165191" y="220324"/>
                  </a:lnTo>
                  <a:cubicBezTo>
                    <a:pt x="166283" y="229499"/>
                    <a:pt x="174332" y="236235"/>
                    <a:pt x="183555" y="235694"/>
                  </a:cubicBezTo>
                  <a:cubicBezTo>
                    <a:pt x="192778" y="235152"/>
                    <a:pt x="199984" y="227520"/>
                    <a:pt x="199994" y="218281"/>
                  </a:cubicBezTo>
                  <a:lnTo>
                    <a:pt x="200012" y="187407"/>
                  </a:lnTo>
                  <a:cubicBezTo>
                    <a:pt x="213703" y="179502"/>
                    <a:pt x="220376" y="163385"/>
                    <a:pt x="216280" y="148114"/>
                  </a:cubicBezTo>
                  <a:cubicBezTo>
                    <a:pt x="212184" y="132844"/>
                    <a:pt x="198341" y="122230"/>
                    <a:pt x="182532" y="1222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29156" y="2053590"/>
              <a:ext cx="25478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密码 DPAPI 加密存本机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31442" y="2426018"/>
              <a:ext cx="430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只有你这个 Windows 账户能解密，配置文件没有明文</a:t>
              </a:r>
            </a:p>
          </p:txBody>
        </p:sp>
      </p:grpSp>
      <p:grpSp>
        <p:nvGrpSpPr>
          <p:cNvPr id="15" name="security-row-2"/>
          <p:cNvGrpSpPr/>
          <p:nvPr/>
        </p:nvGrpSpPr>
        <p:grpSpPr>
          <a:xfrm>
            <a:off x="685800" y="2933700"/>
            <a:ext cx="6477000" cy="952500"/>
            <a:chOff x="685800" y="2933700"/>
            <a:chExt cx="6477000" cy="952500"/>
          </a:xfrm>
        </p:grpSpPr>
        <p:sp>
          <p:nvSpPr>
            <p:cNvPr id="11" name="Rectangle 11"/>
            <p:cNvSpPr/>
            <p:nvPr/>
          </p:nvSpPr>
          <p:spPr>
            <a:xfrm>
              <a:off x="685800" y="2933700"/>
              <a:ext cx="6477000" cy="95250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017618" y="3235325"/>
              <a:ext cx="365046" cy="349436"/>
            </a:xfrm>
            <a:custGeom>
              <a:avLst/>
              <a:gdLst/>
              <a:ahLst/>
              <a:cxnLst/>
              <a:rect l="l" t="t" r="r" b="b"/>
              <a:pathLst>
                <a:path w="365046" h="349436">
                  <a:moveTo>
                    <a:pt x="182497" y="0"/>
                  </a:moveTo>
                  <a:lnTo>
                    <a:pt x="184557" y="122"/>
                  </a:lnTo>
                  <a:lnTo>
                    <a:pt x="185588" y="262"/>
                  </a:lnTo>
                  <a:lnTo>
                    <a:pt x="186653" y="489"/>
                  </a:lnTo>
                  <a:lnTo>
                    <a:pt x="188591" y="1083"/>
                  </a:lnTo>
                  <a:cubicBezTo>
                    <a:pt x="189930" y="1576"/>
                    <a:pt x="191203" y="2233"/>
                    <a:pt x="192380" y="3038"/>
                  </a:cubicBezTo>
                  <a:lnTo>
                    <a:pt x="194197" y="4470"/>
                  </a:lnTo>
                  <a:lnTo>
                    <a:pt x="198649" y="8277"/>
                  </a:lnTo>
                  <a:cubicBezTo>
                    <a:pt x="233877" y="37537"/>
                    <a:pt x="278398" y="53248"/>
                    <a:pt x="324187" y="52579"/>
                  </a:cubicBezTo>
                  <a:lnTo>
                    <a:pt x="330159" y="52405"/>
                  </a:lnTo>
                  <a:cubicBezTo>
                    <a:pt x="338195" y="52038"/>
                    <a:pt x="345441" y="57208"/>
                    <a:pt x="347709" y="64925"/>
                  </a:cubicBezTo>
                  <a:cubicBezTo>
                    <a:pt x="365046" y="123901"/>
                    <a:pt x="357725" y="187386"/>
                    <a:pt x="327420" y="240868"/>
                  </a:cubicBezTo>
                  <a:cubicBezTo>
                    <a:pt x="297115" y="294350"/>
                    <a:pt x="246416" y="333255"/>
                    <a:pt x="186915" y="348691"/>
                  </a:cubicBezTo>
                  <a:cubicBezTo>
                    <a:pt x="184040" y="349436"/>
                    <a:pt x="181023" y="349436"/>
                    <a:pt x="178149" y="348691"/>
                  </a:cubicBezTo>
                  <a:cubicBezTo>
                    <a:pt x="118644" y="333259"/>
                    <a:pt x="67941" y="294355"/>
                    <a:pt x="37632" y="240873"/>
                  </a:cubicBezTo>
                  <a:cubicBezTo>
                    <a:pt x="7323" y="187391"/>
                    <a:pt x="0" y="123903"/>
                    <a:pt x="17337" y="64925"/>
                  </a:cubicBezTo>
                  <a:cubicBezTo>
                    <a:pt x="19605" y="57208"/>
                    <a:pt x="26851" y="52038"/>
                    <a:pt x="34886" y="52405"/>
                  </a:cubicBezTo>
                  <a:cubicBezTo>
                    <a:pt x="82689" y="54590"/>
                    <a:pt x="129587" y="38854"/>
                    <a:pt x="166396" y="8277"/>
                  </a:cubicBezTo>
                  <a:lnTo>
                    <a:pt x="170989" y="4348"/>
                  </a:lnTo>
                  <a:lnTo>
                    <a:pt x="172665" y="3038"/>
                  </a:lnTo>
                  <a:cubicBezTo>
                    <a:pt x="173843" y="2233"/>
                    <a:pt x="175116" y="1576"/>
                    <a:pt x="176455" y="1083"/>
                  </a:cubicBezTo>
                  <a:lnTo>
                    <a:pt x="178410" y="489"/>
                  </a:lnTo>
                  <a:cubicBezTo>
                    <a:pt x="179095" y="324"/>
                    <a:pt x="179789" y="201"/>
                    <a:pt x="180488" y="122"/>
                  </a:cubicBezTo>
                  <a:lnTo>
                    <a:pt x="182497" y="0"/>
                  </a:lnTo>
                  <a:close/>
                  <a:moveTo>
                    <a:pt x="247282" y="127354"/>
                  </a:moveTo>
                  <a:cubicBezTo>
                    <a:pt x="244007" y="124075"/>
                    <a:pt x="239562" y="122232"/>
                    <a:pt x="234928" y="122232"/>
                  </a:cubicBezTo>
                  <a:cubicBezTo>
                    <a:pt x="230293" y="122232"/>
                    <a:pt x="225848" y="124075"/>
                    <a:pt x="222573" y="127354"/>
                  </a:cubicBezTo>
                  <a:lnTo>
                    <a:pt x="165069" y="184840"/>
                  </a:lnTo>
                  <a:lnTo>
                    <a:pt x="142490" y="162279"/>
                  </a:lnTo>
                  <a:lnTo>
                    <a:pt x="140849" y="160829"/>
                  </a:lnTo>
                  <a:cubicBezTo>
                    <a:pt x="133565" y="155197"/>
                    <a:pt x="123159" y="156188"/>
                    <a:pt x="117069" y="163095"/>
                  </a:cubicBezTo>
                  <a:cubicBezTo>
                    <a:pt x="110979" y="170001"/>
                    <a:pt x="111299" y="180449"/>
                    <a:pt x="117798" y="186971"/>
                  </a:cubicBezTo>
                  <a:lnTo>
                    <a:pt x="152723" y="221896"/>
                  </a:lnTo>
                  <a:lnTo>
                    <a:pt x="154365" y="223345"/>
                  </a:lnTo>
                  <a:cubicBezTo>
                    <a:pt x="161316" y="228737"/>
                    <a:pt x="171194" y="228116"/>
                    <a:pt x="177415" y="221896"/>
                  </a:cubicBezTo>
                  <a:lnTo>
                    <a:pt x="247265" y="152046"/>
                  </a:lnTo>
                  <a:lnTo>
                    <a:pt x="248714" y="150404"/>
                  </a:lnTo>
                  <a:cubicBezTo>
                    <a:pt x="254107" y="143453"/>
                    <a:pt x="253486" y="133575"/>
                    <a:pt x="247265" y="1273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29156" y="3158490"/>
              <a:ext cx="3511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免管理员 · 单文件 · 无后台上传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1442" y="3530918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 exe，不联网上报任何东西</a:t>
              </a:r>
            </a:p>
          </p:txBody>
        </p:sp>
      </p:grpSp>
      <p:grpSp>
        <p:nvGrpSpPr>
          <p:cNvPr id="20" name="security-row-3"/>
          <p:cNvGrpSpPr/>
          <p:nvPr/>
        </p:nvGrpSpPr>
        <p:grpSpPr>
          <a:xfrm>
            <a:off x="685800" y="4038600"/>
            <a:ext cx="6477000" cy="952500"/>
            <a:chOff x="685800" y="4038600"/>
            <a:chExt cx="6477000" cy="952500"/>
          </a:xfrm>
        </p:grpSpPr>
        <p:sp>
          <p:nvSpPr>
            <p:cNvPr id="16" name="Rectangle 16"/>
            <p:cNvSpPr/>
            <p:nvPr/>
          </p:nvSpPr>
          <p:spPr>
            <a:xfrm>
              <a:off x="685800" y="4038600"/>
              <a:ext cx="6477000" cy="95250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25525" y="4340225"/>
              <a:ext cx="349242" cy="349249"/>
            </a:xfrm>
            <a:custGeom>
              <a:avLst/>
              <a:gdLst/>
              <a:ahLst/>
              <a:cxnLst/>
              <a:rect l="l" t="t" r="r" b="b"/>
              <a:pathLst>
                <a:path w="349242" h="349249">
                  <a:moveTo>
                    <a:pt x="218630" y="0"/>
                  </a:moveTo>
                  <a:cubicBezTo>
                    <a:pt x="236599" y="0"/>
                    <a:pt x="253817" y="7142"/>
                    <a:pt x="266512" y="19837"/>
                  </a:cubicBezTo>
                  <a:lnTo>
                    <a:pt x="329412" y="82737"/>
                  </a:lnTo>
                  <a:cubicBezTo>
                    <a:pt x="342109" y="95434"/>
                    <a:pt x="349242" y="112654"/>
                    <a:pt x="349242" y="130611"/>
                  </a:cubicBezTo>
                  <a:cubicBezTo>
                    <a:pt x="349242" y="148567"/>
                    <a:pt x="342109" y="165787"/>
                    <a:pt x="329412" y="178484"/>
                  </a:cubicBezTo>
                  <a:lnTo>
                    <a:pt x="283259" y="224637"/>
                  </a:lnTo>
                  <a:cubicBezTo>
                    <a:pt x="260158" y="247716"/>
                    <a:pt x="223882" y="251035"/>
                    <a:pt x="196977" y="232530"/>
                  </a:cubicBezTo>
                  <a:lnTo>
                    <a:pt x="195143" y="231168"/>
                  </a:lnTo>
                  <a:lnTo>
                    <a:pt x="92429" y="333900"/>
                  </a:lnTo>
                  <a:cubicBezTo>
                    <a:pt x="84479" y="341823"/>
                    <a:pt x="74195" y="346983"/>
                    <a:pt x="63092" y="348621"/>
                  </a:cubicBezTo>
                  <a:lnTo>
                    <a:pt x="59250" y="349092"/>
                  </a:lnTo>
                  <a:lnTo>
                    <a:pt x="55391" y="349249"/>
                  </a:lnTo>
                  <a:lnTo>
                    <a:pt x="34925" y="349249"/>
                  </a:lnTo>
                  <a:cubicBezTo>
                    <a:pt x="17218" y="349249"/>
                    <a:pt x="2323" y="335995"/>
                    <a:pt x="157" y="317415"/>
                  </a:cubicBezTo>
                  <a:lnTo>
                    <a:pt x="0" y="314324"/>
                  </a:lnTo>
                  <a:lnTo>
                    <a:pt x="0" y="293858"/>
                  </a:lnTo>
                  <a:cubicBezTo>
                    <a:pt x="0" y="281565"/>
                    <a:pt x="4331" y="269655"/>
                    <a:pt x="12748" y="259632"/>
                  </a:cubicBezTo>
                  <a:lnTo>
                    <a:pt x="15350" y="256821"/>
                  </a:lnTo>
                  <a:lnTo>
                    <a:pt x="22579" y="249591"/>
                  </a:lnTo>
                  <a:cubicBezTo>
                    <a:pt x="25853" y="246316"/>
                    <a:pt x="30294" y="244476"/>
                    <a:pt x="34925" y="244475"/>
                  </a:cubicBezTo>
                  <a:lnTo>
                    <a:pt x="52387" y="244475"/>
                  </a:lnTo>
                  <a:lnTo>
                    <a:pt x="52387" y="227012"/>
                  </a:lnTo>
                  <a:cubicBezTo>
                    <a:pt x="52389" y="218159"/>
                    <a:pt x="59015" y="210708"/>
                    <a:pt x="67807" y="209672"/>
                  </a:cubicBezTo>
                  <a:lnTo>
                    <a:pt x="69850" y="209550"/>
                  </a:lnTo>
                  <a:lnTo>
                    <a:pt x="87312" y="209550"/>
                  </a:lnTo>
                  <a:lnTo>
                    <a:pt x="87312" y="192087"/>
                  </a:lnTo>
                  <a:cubicBezTo>
                    <a:pt x="87312" y="188249"/>
                    <a:pt x="88576" y="184518"/>
                    <a:pt x="90910" y="181470"/>
                  </a:cubicBezTo>
                  <a:lnTo>
                    <a:pt x="92429" y="179724"/>
                  </a:lnTo>
                  <a:lnTo>
                    <a:pt x="118064" y="154071"/>
                  </a:lnTo>
                  <a:lnTo>
                    <a:pt x="116737" y="152273"/>
                  </a:lnTo>
                  <a:cubicBezTo>
                    <a:pt x="109764" y="142127"/>
                    <a:pt x="105673" y="130280"/>
                    <a:pt x="104897" y="117994"/>
                  </a:cubicBezTo>
                  <a:lnTo>
                    <a:pt x="104775" y="113873"/>
                  </a:lnTo>
                  <a:cubicBezTo>
                    <a:pt x="104775" y="95904"/>
                    <a:pt x="111917" y="78686"/>
                    <a:pt x="124612" y="65991"/>
                  </a:cubicBezTo>
                  <a:lnTo>
                    <a:pt x="170765" y="19837"/>
                  </a:lnTo>
                  <a:cubicBezTo>
                    <a:pt x="183462" y="7145"/>
                    <a:pt x="200677" y="10"/>
                    <a:pt x="218630" y="0"/>
                  </a:cubicBezTo>
                  <a:moveTo>
                    <a:pt x="227274" y="87312"/>
                  </a:moveTo>
                  <a:lnTo>
                    <a:pt x="226925" y="87312"/>
                  </a:lnTo>
                  <a:cubicBezTo>
                    <a:pt x="214447" y="87312"/>
                    <a:pt x="202918" y="93969"/>
                    <a:pt x="196679" y="104775"/>
                  </a:cubicBezTo>
                  <a:cubicBezTo>
                    <a:pt x="190440" y="115581"/>
                    <a:pt x="190440" y="128894"/>
                    <a:pt x="196679" y="139700"/>
                  </a:cubicBezTo>
                  <a:cubicBezTo>
                    <a:pt x="202918" y="150506"/>
                    <a:pt x="214447" y="157162"/>
                    <a:pt x="226925" y="157162"/>
                  </a:cubicBezTo>
                  <a:lnTo>
                    <a:pt x="227274" y="157162"/>
                  </a:lnTo>
                  <a:cubicBezTo>
                    <a:pt x="246563" y="157162"/>
                    <a:pt x="262199" y="141526"/>
                    <a:pt x="262199" y="122237"/>
                  </a:cubicBezTo>
                  <a:cubicBezTo>
                    <a:pt x="262199" y="102949"/>
                    <a:pt x="246563" y="87312"/>
                    <a:pt x="227274" y="8731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29156" y="42633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日志永不记密码，账号打码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31442" y="46358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出问题把日志发给开发者也不泄露凭据</a:t>
              </a:r>
            </a:p>
          </p:txBody>
        </p:sp>
      </p:grpSp>
      <p:grpSp>
        <p:nvGrpSpPr>
          <p:cNvPr id="23" name="closing-image"/>
          <p:cNvGrpSpPr/>
          <p:nvPr/>
        </p:nvGrpSpPr>
        <p:grpSpPr>
          <a:xfrm>
            <a:off x="7620000" y="1828800"/>
            <a:ext cx="3886200" cy="2829306"/>
            <a:chOff x="7620000" y="1828800"/>
            <a:chExt cx="3886200" cy="2829306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0" y="1828800"/>
              <a:ext cx="3886200" cy="2428875"/>
            </a:xfrm>
            <a:prstGeom prst="roundRect">
              <a:avLst>
                <a:gd name="adj" fmla="val 6274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8991600" y="44234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装好之后的世界</a:t>
              </a:r>
            </a:p>
          </p:txBody>
        </p:sp>
      </p:grpSp>
      <p:grpSp>
        <p:nvGrpSpPr>
          <p:cNvPr id="29" name="repo-card"/>
          <p:cNvGrpSpPr/>
          <p:nvPr/>
        </p:nvGrpSpPr>
        <p:grpSpPr>
          <a:xfrm>
            <a:off x="7620000" y="4876800"/>
            <a:ext cx="3886200" cy="1143000"/>
            <a:chOff x="7620000" y="4876800"/>
            <a:chExt cx="3886200" cy="1143000"/>
          </a:xfrm>
        </p:grpSpPr>
        <p:grpSp>
          <p:nvGrpSpPr>
            <p:cNvPr id="28" name="Group 28"/>
            <p:cNvGrpSpPr/>
            <p:nvPr/>
          </p:nvGrpSpPr>
          <p:grpSpPr>
            <a:xfrm>
              <a:off x="7620000" y="4876800"/>
              <a:ext cx="3886200" cy="1143000"/>
              <a:chOff x="7620000" y="4876800"/>
              <a:chExt cx="3886200" cy="1143000"/>
            </a:xfrm>
          </p:grpSpPr>
          <p:sp>
            <p:nvSpPr>
              <p:cNvPr id="24" name="Rectangle 24">
                <a:hlinkClick r:id="rId3"/>
              </p:cNvPr>
              <p:cNvSpPr/>
              <p:nvPr/>
            </p:nvSpPr>
            <p:spPr>
              <a:xfrm>
                <a:off x="7620000" y="4876800"/>
                <a:ext cx="3886200" cy="1143000"/>
              </a:xfrm>
              <a:prstGeom prst="roundRect">
                <a:avLst>
                  <a:gd name="adj" fmla="val 1333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Freeform 25">
                <a:hlinkClick r:id="rId3"/>
              </p:cNvPr>
              <p:cNvSpPr/>
              <p:nvPr/>
            </p:nvSpPr>
            <p:spPr>
              <a:xfrm>
                <a:off x="7924800" y="5186786"/>
                <a:ext cx="419099" cy="410333"/>
              </a:xfrm>
              <a:custGeom>
                <a:avLst/>
                <a:gdLst/>
                <a:ahLst/>
                <a:cxnLst/>
                <a:rect l="l" t="t" r="r" b="b"/>
                <a:pathLst>
                  <a:path w="419099" h="410333">
                    <a:moveTo>
                      <a:pt x="209550" y="0"/>
                    </a:moveTo>
                    <a:cubicBezTo>
                      <a:pt x="93773" y="0"/>
                      <a:pt x="0" y="93826"/>
                      <a:pt x="0" y="209550"/>
                    </a:cubicBezTo>
                    <a:cubicBezTo>
                      <a:pt x="0" y="302153"/>
                      <a:pt x="60036" y="380682"/>
                      <a:pt x="143280" y="408360"/>
                    </a:cubicBezTo>
                    <a:cubicBezTo>
                      <a:pt x="153757" y="410333"/>
                      <a:pt x="157599" y="403855"/>
                      <a:pt x="157599" y="398284"/>
                    </a:cubicBezTo>
                    <a:cubicBezTo>
                      <a:pt x="157599" y="393307"/>
                      <a:pt x="157424" y="380123"/>
                      <a:pt x="157337" y="362661"/>
                    </a:cubicBezTo>
                    <a:cubicBezTo>
                      <a:pt x="99047" y="375303"/>
                      <a:pt x="86754" y="334546"/>
                      <a:pt x="86754" y="334546"/>
                    </a:cubicBezTo>
                    <a:cubicBezTo>
                      <a:pt x="77219" y="310360"/>
                      <a:pt x="63441" y="303899"/>
                      <a:pt x="63441" y="303899"/>
                    </a:cubicBezTo>
                    <a:cubicBezTo>
                      <a:pt x="44459" y="290907"/>
                      <a:pt x="64908" y="291169"/>
                      <a:pt x="64908" y="291169"/>
                    </a:cubicBezTo>
                    <a:cubicBezTo>
                      <a:pt x="85950" y="292636"/>
                      <a:pt x="97004" y="312753"/>
                      <a:pt x="97004" y="312753"/>
                    </a:cubicBezTo>
                    <a:cubicBezTo>
                      <a:pt x="115689" y="344796"/>
                      <a:pt x="146056" y="335541"/>
                      <a:pt x="158035" y="330180"/>
                    </a:cubicBezTo>
                    <a:cubicBezTo>
                      <a:pt x="159921" y="316629"/>
                      <a:pt x="165317" y="307392"/>
                      <a:pt x="171307" y="302153"/>
                    </a:cubicBezTo>
                    <a:cubicBezTo>
                      <a:pt x="124769" y="296914"/>
                      <a:pt x="75857" y="278893"/>
                      <a:pt x="75857" y="198601"/>
                    </a:cubicBezTo>
                    <a:cubicBezTo>
                      <a:pt x="75857" y="175725"/>
                      <a:pt x="83977" y="157040"/>
                      <a:pt x="97423" y="142372"/>
                    </a:cubicBezTo>
                    <a:cubicBezTo>
                      <a:pt x="95066" y="137080"/>
                      <a:pt x="87993" y="115776"/>
                      <a:pt x="99257" y="86911"/>
                    </a:cubicBezTo>
                    <a:cubicBezTo>
                      <a:pt x="99257" y="86911"/>
                      <a:pt x="116806" y="81288"/>
                      <a:pt x="156883" y="108390"/>
                    </a:cubicBezTo>
                    <a:cubicBezTo>
                      <a:pt x="173647" y="103727"/>
                      <a:pt x="191459" y="101422"/>
                      <a:pt x="209270" y="101317"/>
                    </a:cubicBezTo>
                    <a:cubicBezTo>
                      <a:pt x="227082" y="101422"/>
                      <a:pt x="244894" y="103727"/>
                      <a:pt x="261658" y="108390"/>
                    </a:cubicBezTo>
                    <a:cubicBezTo>
                      <a:pt x="301472" y="81288"/>
                      <a:pt x="319022" y="86911"/>
                      <a:pt x="319022" y="86911"/>
                    </a:cubicBezTo>
                    <a:cubicBezTo>
                      <a:pt x="330285" y="115776"/>
                      <a:pt x="323213" y="137080"/>
                      <a:pt x="321117" y="142372"/>
                    </a:cubicBezTo>
                    <a:cubicBezTo>
                      <a:pt x="334476" y="157040"/>
                      <a:pt x="342596" y="175725"/>
                      <a:pt x="342596" y="198601"/>
                    </a:cubicBezTo>
                    <a:cubicBezTo>
                      <a:pt x="342596" y="279103"/>
                      <a:pt x="293614" y="296827"/>
                      <a:pt x="246989" y="301978"/>
                    </a:cubicBezTo>
                    <a:cubicBezTo>
                      <a:pt x="254323" y="308265"/>
                      <a:pt x="261134" y="321117"/>
                      <a:pt x="261134" y="340745"/>
                    </a:cubicBezTo>
                    <a:cubicBezTo>
                      <a:pt x="261134" y="368790"/>
                      <a:pt x="260872" y="391316"/>
                      <a:pt x="260872" y="398127"/>
                    </a:cubicBezTo>
                    <a:cubicBezTo>
                      <a:pt x="260872" y="403627"/>
                      <a:pt x="264539" y="410176"/>
                      <a:pt x="275278" y="408080"/>
                    </a:cubicBezTo>
                    <a:cubicBezTo>
                      <a:pt x="359116" y="380594"/>
                      <a:pt x="419099" y="302013"/>
                      <a:pt x="419099" y="209550"/>
                    </a:cubicBezTo>
                    <a:cubicBezTo>
                      <a:pt x="419099" y="93826"/>
                      <a:pt x="325273" y="0"/>
                      <a:pt x="20955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6" name="TextBox 26">
                <a:hlinkClick r:id="rId3"/>
              </p:cNvPr>
              <p:cNvSpPr txBox="1"/>
              <p:nvPr/>
            </p:nvSpPr>
            <p:spPr>
              <a:xfrm>
                <a:off x="8525256" y="5139690"/>
                <a:ext cx="293609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GitHub · snnu-autologin</a:t>
                </a:r>
              </a:p>
            </p:txBody>
          </p:sp>
          <p:sp>
            <p:nvSpPr>
              <p:cNvPr id="27" name="TextBox 27">
                <a:hlinkClick r:id="rId3"/>
              </p:cNvPr>
              <p:cNvSpPr txBox="1"/>
              <p:nvPr/>
            </p:nvSpPr>
            <p:spPr>
              <a:xfrm>
                <a:off x="8527542" y="5531168"/>
                <a:ext cx="17277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D8EDE3"/>
                    </a:solidFill>
                    <a:latin typeface="+mn-lt"/>
                    <a:ea typeface="+mn-ea"/>
                    <a:cs typeface="+mn-cs"/>
                  </a:rPr>
                  <a:t>Releases 页下载 exe</a:t>
                </a:r>
              </a:p>
            </p:txBody>
          </p:sp>
        </p:grpSp>
      </p:grpSp>
      <p:grpSp>
        <p:nvGrpSpPr>
          <p:cNvPr id="31" name="closing-takeaway"/>
          <p:cNvGrpSpPr/>
          <p:nvPr/>
        </p:nvGrpSpPr>
        <p:grpSpPr>
          <a:xfrm>
            <a:off x="666750" y="5775960"/>
            <a:ext cx="4561332" cy="819150"/>
            <a:chOff x="666750" y="5775960"/>
            <a:chExt cx="4561332" cy="819150"/>
          </a:xfrm>
        </p:grpSpPr>
        <p:sp>
          <p:nvSpPr>
            <p:cNvPr id="30" name="TextBox 30"/>
            <p:cNvSpPr txBox="1"/>
            <p:nvPr/>
          </p:nvSpPr>
          <p:spPr>
            <a:xfrm>
              <a:off x="666750" y="57759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装完就可以忘掉它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nnu_autologin_intro">
  <a:themeElements>
    <a:clrScheme name="snnu_autologin_intro">
      <a:dk1>
        <a:srgbClr val="23322B"/>
      </a:dk1>
      <a:lt1>
        <a:srgbClr val="FFFFFF"/>
      </a:lt1>
      <a:dk2>
        <a:srgbClr val="1F497D"/>
      </a:dk2>
      <a:lt2>
        <a:srgbClr val="F1F7F3"/>
      </a:lt2>
      <a:accent1>
        <a:srgbClr val="177A55"/>
      </a:accent1>
      <a:accent2>
        <a:srgbClr val="F59E0B"/>
      </a:accent2>
      <a:accent3>
        <a:srgbClr val="2E86AB"/>
      </a:accent3>
      <a:accent4>
        <a:srgbClr val="177A55"/>
      </a:accent4>
      <a:accent5>
        <a:srgbClr val="5A6B62"/>
      </a:accent5>
      <a:accent6>
        <a:srgbClr val="D8E4DD"/>
      </a:accent6>
      <a:hlink>
        <a:srgbClr val="F59E0B"/>
      </a:hlink>
      <a:folHlink>
        <a:srgbClr val="2E86AB"/>
      </a:folHlink>
    </a:clrScheme>
    <a:fontScheme name="snnu_autologin_intro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nnu_autologin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nnu_autologin_intro">
  <a:themeElements>
    <a:clrScheme name="snnu_autologin_intro">
      <a:dk1>
        <a:srgbClr val="23322B"/>
      </a:dk1>
      <a:lt1>
        <a:srgbClr val="FFFFFF"/>
      </a:lt1>
      <a:dk2>
        <a:srgbClr val="1F497D"/>
      </a:dk2>
      <a:lt2>
        <a:srgbClr val="F1F7F3"/>
      </a:lt2>
      <a:accent1>
        <a:srgbClr val="177A55"/>
      </a:accent1>
      <a:accent2>
        <a:srgbClr val="F59E0B"/>
      </a:accent2>
      <a:accent3>
        <a:srgbClr val="2E86AB"/>
      </a:accent3>
      <a:accent4>
        <a:srgbClr val="177A55"/>
      </a:accent4>
      <a:accent5>
        <a:srgbClr val="5A6B62"/>
      </a:accent5>
      <a:accent6>
        <a:srgbClr val="D8E4DD"/>
      </a:accent6>
      <a:hlink>
        <a:srgbClr val="F59E0B"/>
      </a:hlink>
      <a:folHlink>
        <a:srgbClr val="2E86AB"/>
      </a:folHlink>
    </a:clrScheme>
    <a:fontScheme name="snnu_autologin_intro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nnu_autologin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2026-09-28T13:22:14Z</dcterms:created>
  <dcterms:modified xsi:type="dcterms:W3CDTF">2026-09-28T13:22:14Z</dcterms:modified>
  <cp:category/>
  <cp:contentStatus/>
</cp:coreProperties>
</file>